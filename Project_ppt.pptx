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84" r:id="rId8"/>
    <p:sldId id="285" r:id="rId9"/>
    <p:sldId id="286" r:id="rId10"/>
    <p:sldId id="287" r:id="rId11"/>
    <p:sldId id="288" r:id="rId12"/>
    <p:sldId id="306"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267" r:id="rId30"/>
    <p:sldId id="268" r:id="rId31"/>
    <p:sldId id="274" r:id="rId32"/>
    <p:sldId id="275" r:id="rId33"/>
    <p:sldId id="276" r:id="rId34"/>
    <p:sldId id="277" r:id="rId35"/>
    <p:sldId id="278" r:id="rId36"/>
    <p:sldId id="279" r:id="rId37"/>
    <p:sldId id="283" r:id="rId38"/>
    <p:sldId id="262" r:id="rId39"/>
    <p:sldId id="26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13BEC5-BB04-4F2C-9796-79F4CA05FC3E}" v="563" dt="2023-12-13T18:30:15.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89" autoAdjust="0"/>
    <p:restoredTop sz="94660"/>
  </p:normalViewPr>
  <p:slideViewPr>
    <p:cSldViewPr snapToGrid="0">
      <p:cViewPr varScale="1">
        <p:scale>
          <a:sx n="82" d="100"/>
          <a:sy n="82"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ANYA SINGH" userId="be9e0eaacd5033b1" providerId="LiveId" clId="{C313BEC5-BB04-4F2C-9796-79F4CA05FC3E}"/>
    <pc:docChg chg="undo redo custSel addSld delSld modSld sldOrd">
      <pc:chgData name="LAVANYA SINGH" userId="be9e0eaacd5033b1" providerId="LiveId" clId="{C313BEC5-BB04-4F2C-9796-79F4CA05FC3E}" dt="2023-12-13T18:33:05.825" v="9119" actId="1076"/>
      <pc:docMkLst>
        <pc:docMk/>
      </pc:docMkLst>
      <pc:sldChg chg="addSp delSp modSp mod setBg delDesignElem">
        <pc:chgData name="LAVANYA SINGH" userId="be9e0eaacd5033b1" providerId="LiveId" clId="{C313BEC5-BB04-4F2C-9796-79F4CA05FC3E}" dt="2023-12-12T00:05:21.733" v="8425" actId="255"/>
        <pc:sldMkLst>
          <pc:docMk/>
          <pc:sldMk cId="1804061540" sldId="256"/>
        </pc:sldMkLst>
        <pc:spChg chg="mod">
          <ac:chgData name="LAVANYA SINGH" userId="be9e0eaacd5033b1" providerId="LiveId" clId="{C313BEC5-BB04-4F2C-9796-79F4CA05FC3E}" dt="2023-12-12T00:05:21.733" v="8425" actId="255"/>
          <ac:spMkLst>
            <pc:docMk/>
            <pc:sldMk cId="1804061540" sldId="256"/>
            <ac:spMk id="2" creationId="{F6982F5A-B391-A38E-7459-770821790997}"/>
          </ac:spMkLst>
        </pc:spChg>
        <pc:spChg chg="mod ord">
          <ac:chgData name="LAVANYA SINGH" userId="be9e0eaacd5033b1" providerId="LiveId" clId="{C313BEC5-BB04-4F2C-9796-79F4CA05FC3E}" dt="2023-12-10T00:43:46.064" v="8210" actId="27636"/>
          <ac:spMkLst>
            <pc:docMk/>
            <pc:sldMk cId="1804061540" sldId="256"/>
            <ac:spMk id="3" creationId="{C1F264DF-B9B2-FF33-7705-D84E15653F48}"/>
          </ac:spMkLst>
        </pc:spChg>
        <pc:spChg chg="add del">
          <ac:chgData name="LAVANYA SINGH" userId="be9e0eaacd5033b1" providerId="LiveId" clId="{C313BEC5-BB04-4F2C-9796-79F4CA05FC3E}" dt="2023-10-25T18:11:52.514" v="4491" actId="26606"/>
          <ac:spMkLst>
            <pc:docMk/>
            <pc:sldMk cId="1804061540" sldId="256"/>
            <ac:spMk id="9" creationId="{796CD800-C8BF-41B5-983A-3B3D95FA99E5}"/>
          </ac:spMkLst>
        </pc:spChg>
        <pc:spChg chg="add del">
          <ac:chgData name="LAVANYA SINGH" userId="be9e0eaacd5033b1" providerId="LiveId" clId="{C313BEC5-BB04-4F2C-9796-79F4CA05FC3E}" dt="2023-10-23T00:48:46.363" v="615" actId="26606"/>
          <ac:spMkLst>
            <pc:docMk/>
            <pc:sldMk cId="1804061540" sldId="256"/>
            <ac:spMk id="10" creationId="{A3363022-C969-41E9-8EB2-E4C94908C1FA}"/>
          </ac:spMkLst>
        </pc:spChg>
        <pc:spChg chg="add del">
          <ac:chgData name="LAVANYA SINGH" userId="be9e0eaacd5033b1" providerId="LiveId" clId="{C313BEC5-BB04-4F2C-9796-79F4CA05FC3E}" dt="2023-10-25T18:11:52.514" v="4491" actId="26606"/>
          <ac:spMkLst>
            <pc:docMk/>
            <pc:sldMk cId="1804061540" sldId="256"/>
            <ac:spMk id="11" creationId="{ED36A27B-61AE-4AA1-8BD6-7310E072D89D}"/>
          </ac:spMkLst>
        </pc:spChg>
        <pc:spChg chg="add del">
          <ac:chgData name="LAVANYA SINGH" userId="be9e0eaacd5033b1" providerId="LiveId" clId="{C313BEC5-BB04-4F2C-9796-79F4CA05FC3E}" dt="2023-10-23T00:48:46.363" v="615" actId="26606"/>
          <ac:spMkLst>
            <pc:docMk/>
            <pc:sldMk cId="1804061540" sldId="256"/>
            <ac:spMk id="12" creationId="{8D1AD6B3-BE88-4CEB-BA17-790657CC4729}"/>
          </ac:spMkLst>
        </pc:spChg>
        <pc:spChg chg="add del">
          <ac:chgData name="LAVANYA SINGH" userId="be9e0eaacd5033b1" providerId="LiveId" clId="{C313BEC5-BB04-4F2C-9796-79F4CA05FC3E}" dt="2023-10-25T18:11:52.514" v="4491" actId="26606"/>
          <ac:spMkLst>
            <pc:docMk/>
            <pc:sldMk cId="1804061540" sldId="256"/>
            <ac:spMk id="18" creationId="{73B90B8B-F76B-4130-8370-38033EEACB93}"/>
          </ac:spMkLst>
        </pc:spChg>
        <pc:spChg chg="add del">
          <ac:chgData name="LAVANYA SINGH" userId="be9e0eaacd5033b1" providerId="LiveId" clId="{C313BEC5-BB04-4F2C-9796-79F4CA05FC3E}" dt="2023-10-25T16:35:45.717" v="3024"/>
          <ac:spMkLst>
            <pc:docMk/>
            <pc:sldMk cId="1804061540" sldId="256"/>
            <ac:spMk id="19" creationId="{643A7A40-1AE6-4218-A8E0-8248174A5377}"/>
          </ac:spMkLst>
        </pc:spChg>
        <pc:spChg chg="add del">
          <ac:chgData name="LAVANYA SINGH" userId="be9e0eaacd5033b1" providerId="LiveId" clId="{C313BEC5-BB04-4F2C-9796-79F4CA05FC3E}" dt="2023-10-25T18:11:52.514" v="4491" actId="26606"/>
          <ac:spMkLst>
            <pc:docMk/>
            <pc:sldMk cId="1804061540" sldId="256"/>
            <ac:spMk id="22" creationId="{91C67939-3FD0-4B45-8AA4-9FE55C7EE127}"/>
          </ac:spMkLst>
        </pc:spChg>
        <pc:spChg chg="add del">
          <ac:chgData name="LAVANYA SINGH" userId="be9e0eaacd5033b1" providerId="LiveId" clId="{C313BEC5-BB04-4F2C-9796-79F4CA05FC3E}" dt="2023-10-25T18:11:52.514" v="4491" actId="26606"/>
          <ac:spMkLst>
            <pc:docMk/>
            <pc:sldMk cId="1804061540" sldId="256"/>
            <ac:spMk id="24" creationId="{0981A96A-A87C-4F87-845A-3B0A6529F543}"/>
          </ac:spMkLst>
        </pc:spChg>
        <pc:spChg chg="add del">
          <ac:chgData name="LAVANYA SINGH" userId="be9e0eaacd5033b1" providerId="LiveId" clId="{C313BEC5-BB04-4F2C-9796-79F4CA05FC3E}" dt="2023-10-25T16:35:45.717" v="3024"/>
          <ac:spMkLst>
            <pc:docMk/>
            <pc:sldMk cId="1804061540" sldId="256"/>
            <ac:spMk id="25" creationId="{BD8AB40A-4374-4897-B5EE-9F8913476E47}"/>
          </ac:spMkLst>
        </pc:spChg>
        <pc:spChg chg="add">
          <ac:chgData name="LAVANYA SINGH" userId="be9e0eaacd5033b1" providerId="LiveId" clId="{C313BEC5-BB04-4F2C-9796-79F4CA05FC3E}" dt="2023-10-25T18:11:52.514" v="4491" actId="26606"/>
          <ac:spMkLst>
            <pc:docMk/>
            <pc:sldMk cId="1804061540" sldId="256"/>
            <ac:spMk id="29" creationId="{7C2DC10F-CD76-43DC-9E0B-CB291F740C0F}"/>
          </ac:spMkLst>
        </pc:spChg>
        <pc:spChg chg="add">
          <ac:chgData name="LAVANYA SINGH" userId="be9e0eaacd5033b1" providerId="LiveId" clId="{C313BEC5-BB04-4F2C-9796-79F4CA05FC3E}" dt="2023-10-25T18:11:52.514" v="4491" actId="26606"/>
          <ac:spMkLst>
            <pc:docMk/>
            <pc:sldMk cId="1804061540" sldId="256"/>
            <ac:spMk id="31" creationId="{1C18170A-08B7-4230-A012-B24C20E39391}"/>
          </ac:spMkLst>
        </pc:spChg>
        <pc:spChg chg="add">
          <ac:chgData name="LAVANYA SINGH" userId="be9e0eaacd5033b1" providerId="LiveId" clId="{C313BEC5-BB04-4F2C-9796-79F4CA05FC3E}" dt="2023-10-25T18:11:52.514" v="4491" actId="26606"/>
          <ac:spMkLst>
            <pc:docMk/>
            <pc:sldMk cId="1804061540" sldId="256"/>
            <ac:spMk id="35" creationId="{E5958DBC-F4DA-42A8-8C52-860179790ECD}"/>
          </ac:spMkLst>
        </pc:spChg>
        <pc:spChg chg="add">
          <ac:chgData name="LAVANYA SINGH" userId="be9e0eaacd5033b1" providerId="LiveId" clId="{C313BEC5-BB04-4F2C-9796-79F4CA05FC3E}" dt="2023-10-25T18:11:52.514" v="4491" actId="26606"/>
          <ac:spMkLst>
            <pc:docMk/>
            <pc:sldMk cId="1804061540" sldId="256"/>
            <ac:spMk id="39" creationId="{51DDD252-D7C8-4CE5-9C61-D60D722BC217}"/>
          </ac:spMkLst>
        </pc:spChg>
        <pc:spChg chg="add">
          <ac:chgData name="LAVANYA SINGH" userId="be9e0eaacd5033b1" providerId="LiveId" clId="{C313BEC5-BB04-4F2C-9796-79F4CA05FC3E}" dt="2023-10-25T18:11:52.514" v="4491" actId="26606"/>
          <ac:spMkLst>
            <pc:docMk/>
            <pc:sldMk cId="1804061540" sldId="256"/>
            <ac:spMk id="41" creationId="{2FBD75F5-C49C-4F6A-8D43-7A5939C23307}"/>
          </ac:spMkLst>
        </pc:spChg>
        <pc:grpChg chg="add del">
          <ac:chgData name="LAVANYA SINGH" userId="be9e0eaacd5033b1" providerId="LiveId" clId="{C313BEC5-BB04-4F2C-9796-79F4CA05FC3E}" dt="2023-10-23T00:48:46.363" v="615" actId="26606"/>
          <ac:grpSpMkLst>
            <pc:docMk/>
            <pc:sldMk cId="1804061540" sldId="256"/>
            <ac:grpSpMk id="14" creationId="{89D1390B-7E13-4B4F-9CB2-391063412E54}"/>
          </ac:grpSpMkLst>
        </pc:grpChg>
        <pc:grpChg chg="add del">
          <ac:chgData name="LAVANYA SINGH" userId="be9e0eaacd5033b1" providerId="LiveId" clId="{C313BEC5-BB04-4F2C-9796-79F4CA05FC3E}" dt="2023-10-25T16:35:45.717" v="3024"/>
          <ac:grpSpMkLst>
            <pc:docMk/>
            <pc:sldMk cId="1804061540" sldId="256"/>
            <ac:grpSpMk id="20" creationId="{F5FDDF18-F156-4D2D-82C6-F55008E338B5}"/>
          </ac:grpSpMkLst>
        </pc:grpChg>
        <pc:grpChg chg="add del">
          <ac:chgData name="LAVANYA SINGH" userId="be9e0eaacd5033b1" providerId="LiveId" clId="{C313BEC5-BB04-4F2C-9796-79F4CA05FC3E}" dt="2023-10-25T16:35:45.717" v="3024"/>
          <ac:grpSpMkLst>
            <pc:docMk/>
            <pc:sldMk cId="1804061540" sldId="256"/>
            <ac:grpSpMk id="26" creationId="{2783379C-045E-4010-ABDC-A270A0AA1068}"/>
          </ac:grpSpMkLst>
        </pc:grpChg>
        <pc:picChg chg="add mod ord">
          <ac:chgData name="LAVANYA SINGH" userId="be9e0eaacd5033b1" providerId="LiveId" clId="{C313BEC5-BB04-4F2C-9796-79F4CA05FC3E}" dt="2023-10-25T18:11:52.514" v="4491" actId="26606"/>
          <ac:picMkLst>
            <pc:docMk/>
            <pc:sldMk cId="1804061540" sldId="256"/>
            <ac:picMk id="5" creationId="{5CE96E57-3510-3194-FA0B-BC10371CEB77}"/>
          </ac:picMkLst>
        </pc:picChg>
        <pc:picChg chg="add mod ord">
          <ac:chgData name="LAVANYA SINGH" userId="be9e0eaacd5033b1" providerId="LiveId" clId="{C313BEC5-BB04-4F2C-9796-79F4CA05FC3E}" dt="2023-12-03T01:46:03.701" v="5447" actId="1076"/>
          <ac:picMkLst>
            <pc:docMk/>
            <pc:sldMk cId="1804061540" sldId="256"/>
            <ac:picMk id="7" creationId="{A78B42B5-D49E-F524-7D83-58744C70FB08}"/>
          </ac:picMkLst>
        </pc:picChg>
        <pc:cxnChg chg="add del">
          <ac:chgData name="LAVANYA SINGH" userId="be9e0eaacd5033b1" providerId="LiveId" clId="{C313BEC5-BB04-4F2C-9796-79F4CA05FC3E}" dt="2023-10-25T18:11:52.514" v="4491" actId="26606"/>
          <ac:cxnSpMkLst>
            <pc:docMk/>
            <pc:sldMk cId="1804061540" sldId="256"/>
            <ac:cxnSpMk id="13" creationId="{C2D93264-3FF9-4175-A7FA-F927F0F77AA0}"/>
          </ac:cxnSpMkLst>
        </pc:cxnChg>
        <pc:cxnChg chg="add del">
          <ac:chgData name="LAVANYA SINGH" userId="be9e0eaacd5033b1" providerId="LiveId" clId="{C313BEC5-BB04-4F2C-9796-79F4CA05FC3E}" dt="2023-10-25T18:11:52.514" v="4491" actId="26606"/>
          <ac:cxnSpMkLst>
            <pc:docMk/>
            <pc:sldMk cId="1804061540" sldId="256"/>
            <ac:cxnSpMk id="16" creationId="{511BC4C5-EB16-4C0B-83E6-96A39848CF19}"/>
          </ac:cxnSpMkLst>
        </pc:cxnChg>
        <pc:cxnChg chg="add">
          <ac:chgData name="LAVANYA SINGH" userId="be9e0eaacd5033b1" providerId="LiveId" clId="{C313BEC5-BB04-4F2C-9796-79F4CA05FC3E}" dt="2023-10-25T18:11:52.514" v="4491" actId="26606"/>
          <ac:cxnSpMkLst>
            <pc:docMk/>
            <pc:sldMk cId="1804061540" sldId="256"/>
            <ac:cxnSpMk id="33" creationId="{52188B95-E375-4977-9E9C-E28CE956F6EB}"/>
          </ac:cxnSpMkLst>
        </pc:cxnChg>
        <pc:cxnChg chg="add">
          <ac:chgData name="LAVANYA SINGH" userId="be9e0eaacd5033b1" providerId="LiveId" clId="{C313BEC5-BB04-4F2C-9796-79F4CA05FC3E}" dt="2023-10-25T18:11:52.514" v="4491" actId="26606"/>
          <ac:cxnSpMkLst>
            <pc:docMk/>
            <pc:sldMk cId="1804061540" sldId="256"/>
            <ac:cxnSpMk id="37" creationId="{79FCC9A9-2031-4283-9B27-34B62BB7F305}"/>
          </ac:cxnSpMkLst>
        </pc:cxnChg>
      </pc:sldChg>
      <pc:sldChg chg="addSp delSp modSp mod setBg delDesignElem">
        <pc:chgData name="LAVANYA SINGH" userId="be9e0eaacd5033b1" providerId="LiveId" clId="{C313BEC5-BB04-4F2C-9796-79F4CA05FC3E}" dt="2023-12-10T00:44:35.653" v="8212" actId="113"/>
        <pc:sldMkLst>
          <pc:docMk/>
          <pc:sldMk cId="2193083147" sldId="257"/>
        </pc:sldMkLst>
        <pc:spChg chg="mod">
          <ac:chgData name="LAVANYA SINGH" userId="be9e0eaacd5033b1" providerId="LiveId" clId="{C313BEC5-BB04-4F2C-9796-79F4CA05FC3E}" dt="2023-12-02T20:56:30.194" v="4943" actId="26606"/>
          <ac:spMkLst>
            <pc:docMk/>
            <pc:sldMk cId="2193083147" sldId="257"/>
            <ac:spMk id="2" creationId="{0E10C486-ED30-943B-F09B-18EE5C4803E8}"/>
          </ac:spMkLst>
        </pc:spChg>
        <pc:spChg chg="del mod">
          <ac:chgData name="LAVANYA SINGH" userId="be9e0eaacd5033b1" providerId="LiveId" clId="{C313BEC5-BB04-4F2C-9796-79F4CA05FC3E}" dt="2023-10-25T17:52:04.401" v="4468" actId="26606"/>
          <ac:spMkLst>
            <pc:docMk/>
            <pc:sldMk cId="2193083147" sldId="257"/>
            <ac:spMk id="3" creationId="{A904B637-F677-6544-A0CD-6251177705D8}"/>
          </ac:spMkLst>
        </pc:spChg>
        <pc:spChg chg="add del">
          <ac:chgData name="LAVANYA SINGH" userId="be9e0eaacd5033b1" providerId="LiveId" clId="{C313BEC5-BB04-4F2C-9796-79F4CA05FC3E}" dt="2023-10-25T16:35:22.053" v="3017" actId="26606"/>
          <ac:spMkLst>
            <pc:docMk/>
            <pc:sldMk cId="2193083147" sldId="257"/>
            <ac:spMk id="8" creationId="{D038248A-211C-4EEC-8401-C761B929FB52}"/>
          </ac:spMkLst>
        </pc:spChg>
        <pc:spChg chg="add del">
          <ac:chgData name="LAVANYA SINGH" userId="be9e0eaacd5033b1" providerId="LiveId" clId="{C313BEC5-BB04-4F2C-9796-79F4CA05FC3E}" dt="2023-12-02T20:56:38.010" v="4948" actId="26606"/>
          <ac:spMkLst>
            <pc:docMk/>
            <pc:sldMk cId="2193083147" sldId="257"/>
            <ac:spMk id="9" creationId="{A6B16355-27FB-445B-B646-02AB73637459}"/>
          </ac:spMkLst>
        </pc:spChg>
        <pc:spChg chg="add del">
          <ac:chgData name="LAVANYA SINGH" userId="be9e0eaacd5033b1" providerId="LiveId" clId="{C313BEC5-BB04-4F2C-9796-79F4CA05FC3E}" dt="2023-10-25T16:35:22.053" v="3017" actId="26606"/>
          <ac:spMkLst>
            <pc:docMk/>
            <pc:sldMk cId="2193083147" sldId="257"/>
            <ac:spMk id="10" creationId="{C30A849F-66D9-40C8-BEC8-35AFF8F4568F}"/>
          </ac:spMkLst>
        </pc:spChg>
        <pc:spChg chg="add del">
          <ac:chgData name="LAVANYA SINGH" userId="be9e0eaacd5033b1" providerId="LiveId" clId="{C313BEC5-BB04-4F2C-9796-79F4CA05FC3E}" dt="2023-12-02T20:56:38.010" v="4948" actId="26606"/>
          <ac:spMkLst>
            <pc:docMk/>
            <pc:sldMk cId="2193083147" sldId="257"/>
            <ac:spMk id="13" creationId="{6B3BF2E5-C3AB-441F-A430-491119C56D26}"/>
          </ac:spMkLst>
        </pc:spChg>
        <pc:spChg chg="add del">
          <ac:chgData name="LAVANYA SINGH" userId="be9e0eaacd5033b1" providerId="LiveId" clId="{C313BEC5-BB04-4F2C-9796-79F4CA05FC3E}" dt="2023-12-02T20:56:38.010" v="4948" actId="26606"/>
          <ac:spMkLst>
            <pc:docMk/>
            <pc:sldMk cId="2193083147" sldId="257"/>
            <ac:spMk id="15" creationId="{DD07C90B-B81A-473B-8919-CA924E61FFCF}"/>
          </ac:spMkLst>
        </pc:spChg>
        <pc:spChg chg="add del">
          <ac:chgData name="LAVANYA SINGH" userId="be9e0eaacd5033b1" providerId="LiveId" clId="{C313BEC5-BB04-4F2C-9796-79F4CA05FC3E}" dt="2023-12-02T20:56:30.194" v="4943" actId="26606"/>
          <ac:spMkLst>
            <pc:docMk/>
            <pc:sldMk cId="2193083147" sldId="257"/>
            <ac:spMk id="17" creationId="{B7AF614F-5BC3-4086-99F5-B87C5847A071}"/>
          </ac:spMkLst>
        </pc:spChg>
        <pc:spChg chg="add del">
          <ac:chgData name="LAVANYA SINGH" userId="be9e0eaacd5033b1" providerId="LiveId" clId="{C313BEC5-BB04-4F2C-9796-79F4CA05FC3E}" dt="2023-12-02T20:56:30.194" v="4943" actId="26606"/>
          <ac:spMkLst>
            <pc:docMk/>
            <pc:sldMk cId="2193083147" sldId="257"/>
            <ac:spMk id="20" creationId="{FB5993E2-C02B-4335-ABA5-D8EC465551E3}"/>
          </ac:spMkLst>
        </pc:spChg>
        <pc:spChg chg="add del">
          <ac:chgData name="LAVANYA SINGH" userId="be9e0eaacd5033b1" providerId="LiveId" clId="{C313BEC5-BB04-4F2C-9796-79F4CA05FC3E}" dt="2023-12-02T20:56:30.194" v="4943" actId="26606"/>
          <ac:spMkLst>
            <pc:docMk/>
            <pc:sldMk cId="2193083147" sldId="257"/>
            <ac:spMk id="22" creationId="{C0B801A2-5622-4BE8-9AD2-C337A2CD0022}"/>
          </ac:spMkLst>
        </pc:spChg>
        <pc:spChg chg="add del">
          <ac:chgData name="LAVANYA SINGH" userId="be9e0eaacd5033b1" providerId="LiveId" clId="{C313BEC5-BB04-4F2C-9796-79F4CA05FC3E}" dt="2023-12-02T20:56:32.083" v="4945" actId="26606"/>
          <ac:spMkLst>
            <pc:docMk/>
            <pc:sldMk cId="2193083147" sldId="257"/>
            <ac:spMk id="25" creationId="{A6B16355-27FB-445B-B646-02AB73637459}"/>
          </ac:spMkLst>
        </pc:spChg>
        <pc:spChg chg="add del">
          <ac:chgData name="LAVANYA SINGH" userId="be9e0eaacd5033b1" providerId="LiveId" clId="{C313BEC5-BB04-4F2C-9796-79F4CA05FC3E}" dt="2023-12-02T20:56:32.083" v="4945" actId="26606"/>
          <ac:spMkLst>
            <pc:docMk/>
            <pc:sldMk cId="2193083147" sldId="257"/>
            <ac:spMk id="27" creationId="{6B3BF2E5-C3AB-441F-A430-491119C56D26}"/>
          </ac:spMkLst>
        </pc:spChg>
        <pc:spChg chg="add del">
          <ac:chgData name="LAVANYA SINGH" userId="be9e0eaacd5033b1" providerId="LiveId" clId="{C313BEC5-BB04-4F2C-9796-79F4CA05FC3E}" dt="2023-10-25T16:35:45.717" v="3024"/>
          <ac:spMkLst>
            <pc:docMk/>
            <pc:sldMk cId="2193083147" sldId="257"/>
            <ac:spMk id="28" creationId="{C0763A76-9F1C-4FC5-82B7-DD475DA461B2}"/>
          </ac:spMkLst>
        </pc:spChg>
        <pc:spChg chg="add del">
          <ac:chgData name="LAVANYA SINGH" userId="be9e0eaacd5033b1" providerId="LiveId" clId="{C313BEC5-BB04-4F2C-9796-79F4CA05FC3E}" dt="2023-12-02T20:56:32.083" v="4945" actId="26606"/>
          <ac:spMkLst>
            <pc:docMk/>
            <pc:sldMk cId="2193083147" sldId="257"/>
            <ac:spMk id="29" creationId="{DD07C90B-B81A-473B-8919-CA924E61FFCF}"/>
          </ac:spMkLst>
        </pc:spChg>
        <pc:spChg chg="add del">
          <ac:chgData name="LAVANYA SINGH" userId="be9e0eaacd5033b1" providerId="LiveId" clId="{C313BEC5-BB04-4F2C-9796-79F4CA05FC3E}" dt="2023-10-25T16:35:45.717" v="3024"/>
          <ac:spMkLst>
            <pc:docMk/>
            <pc:sldMk cId="2193083147" sldId="257"/>
            <ac:spMk id="30" creationId="{E81BF4F6-F2CF-4984-9D14-D6966D92F99F}"/>
          </ac:spMkLst>
        </pc:spChg>
        <pc:spChg chg="add del">
          <ac:chgData name="LAVANYA SINGH" userId="be9e0eaacd5033b1" providerId="LiveId" clId="{C313BEC5-BB04-4F2C-9796-79F4CA05FC3E}" dt="2023-12-02T20:56:37.948" v="4947" actId="26606"/>
          <ac:spMkLst>
            <pc:docMk/>
            <pc:sldMk cId="2193083147" sldId="257"/>
            <ac:spMk id="31" creationId="{A6B16355-27FB-445B-B646-02AB73637459}"/>
          </ac:spMkLst>
        </pc:spChg>
        <pc:spChg chg="add del">
          <ac:chgData name="LAVANYA SINGH" userId="be9e0eaacd5033b1" providerId="LiveId" clId="{C313BEC5-BB04-4F2C-9796-79F4CA05FC3E}" dt="2023-12-02T20:56:37.948" v="4947" actId="26606"/>
          <ac:spMkLst>
            <pc:docMk/>
            <pc:sldMk cId="2193083147" sldId="257"/>
            <ac:spMk id="33" creationId="{6B3BF2E5-C3AB-441F-A430-491119C56D26}"/>
          </ac:spMkLst>
        </pc:spChg>
        <pc:spChg chg="add del">
          <ac:chgData name="LAVANYA SINGH" userId="be9e0eaacd5033b1" providerId="LiveId" clId="{C313BEC5-BB04-4F2C-9796-79F4CA05FC3E}" dt="2023-12-02T20:56:37.948" v="4947" actId="26606"/>
          <ac:spMkLst>
            <pc:docMk/>
            <pc:sldMk cId="2193083147" sldId="257"/>
            <ac:spMk id="34" creationId="{DD07C90B-B81A-473B-8919-CA924E61FFCF}"/>
          </ac:spMkLst>
        </pc:spChg>
        <pc:spChg chg="add">
          <ac:chgData name="LAVANYA SINGH" userId="be9e0eaacd5033b1" providerId="LiveId" clId="{C313BEC5-BB04-4F2C-9796-79F4CA05FC3E}" dt="2023-12-02T20:56:38.010" v="4948" actId="26606"/>
          <ac:spMkLst>
            <pc:docMk/>
            <pc:sldMk cId="2193083147" sldId="257"/>
            <ac:spMk id="36" creationId="{A6B16355-27FB-445B-B646-02AB73637459}"/>
          </ac:spMkLst>
        </pc:spChg>
        <pc:spChg chg="add">
          <ac:chgData name="LAVANYA SINGH" userId="be9e0eaacd5033b1" providerId="LiveId" clId="{C313BEC5-BB04-4F2C-9796-79F4CA05FC3E}" dt="2023-12-02T20:56:38.010" v="4948" actId="26606"/>
          <ac:spMkLst>
            <pc:docMk/>
            <pc:sldMk cId="2193083147" sldId="257"/>
            <ac:spMk id="38" creationId="{6B3BF2E5-C3AB-441F-A430-491119C56D26}"/>
          </ac:spMkLst>
        </pc:spChg>
        <pc:spChg chg="add">
          <ac:chgData name="LAVANYA SINGH" userId="be9e0eaacd5033b1" providerId="LiveId" clId="{C313BEC5-BB04-4F2C-9796-79F4CA05FC3E}" dt="2023-12-02T20:56:38.010" v="4948" actId="26606"/>
          <ac:spMkLst>
            <pc:docMk/>
            <pc:sldMk cId="2193083147" sldId="257"/>
            <ac:spMk id="39" creationId="{DD07C90B-B81A-473B-8919-CA924E61FFCF}"/>
          </ac:spMkLst>
        </pc:spChg>
        <pc:grpChg chg="add del">
          <ac:chgData name="LAVANYA SINGH" userId="be9e0eaacd5033b1" providerId="LiveId" clId="{C313BEC5-BB04-4F2C-9796-79F4CA05FC3E}" dt="2023-10-25T16:35:22.053" v="3017" actId="26606"/>
          <ac:grpSpMkLst>
            <pc:docMk/>
            <pc:sldMk cId="2193083147" sldId="257"/>
            <ac:grpSpMk id="12" creationId="{04542298-A2B1-480F-A11C-A40EDD19B857}"/>
          </ac:grpSpMkLst>
        </pc:grpChg>
        <pc:grpChg chg="add del">
          <ac:chgData name="LAVANYA SINGH" userId="be9e0eaacd5033b1" providerId="LiveId" clId="{C313BEC5-BB04-4F2C-9796-79F4CA05FC3E}" dt="2023-10-25T16:35:22.053" v="3017" actId="26606"/>
          <ac:grpSpMkLst>
            <pc:docMk/>
            <pc:sldMk cId="2193083147" sldId="257"/>
            <ac:grpSpMk id="18" creationId="{2A5C9C35-2375-49EB-B99C-17C87D42FE7C}"/>
          </ac:grpSpMkLst>
        </pc:grpChg>
        <pc:graphicFrameChg chg="add mod modGraphic">
          <ac:chgData name="LAVANYA SINGH" userId="be9e0eaacd5033b1" providerId="LiveId" clId="{C313BEC5-BB04-4F2C-9796-79F4CA05FC3E}" dt="2023-12-10T00:44:35.653" v="8212" actId="113"/>
          <ac:graphicFrameMkLst>
            <pc:docMk/>
            <pc:sldMk cId="2193083147" sldId="257"/>
            <ac:graphicFrameMk id="5" creationId="{9FBF0B11-606E-A804-C202-40C1FA05395C}"/>
          </ac:graphicFrameMkLst>
        </pc:graphicFrameChg>
        <pc:picChg chg="add del">
          <ac:chgData name="LAVANYA SINGH" userId="be9e0eaacd5033b1" providerId="LiveId" clId="{C313BEC5-BB04-4F2C-9796-79F4CA05FC3E}" dt="2023-10-25T16:35:49.672" v="3026" actId="478"/>
          <ac:picMkLst>
            <pc:docMk/>
            <pc:sldMk cId="2193083147" sldId="257"/>
            <ac:picMk id="24" creationId="{9B6E4C31-C47A-55CD-E5CB-8F35A4A76736}"/>
          </ac:picMkLst>
        </pc:picChg>
        <pc:cxnChg chg="add del">
          <ac:chgData name="LAVANYA SINGH" userId="be9e0eaacd5033b1" providerId="LiveId" clId="{C313BEC5-BB04-4F2C-9796-79F4CA05FC3E}" dt="2023-12-02T20:56:38.010" v="4948" actId="26606"/>
          <ac:cxnSpMkLst>
            <pc:docMk/>
            <pc:sldMk cId="2193083147" sldId="257"/>
            <ac:cxnSpMk id="11" creationId="{06DA680F-F6AC-453E-A8BF-C5BDED2851DE}"/>
          </ac:cxnSpMkLst>
        </pc:cxnChg>
        <pc:cxnChg chg="add del">
          <ac:chgData name="LAVANYA SINGH" userId="be9e0eaacd5033b1" providerId="LiveId" clId="{C313BEC5-BB04-4F2C-9796-79F4CA05FC3E}" dt="2023-12-02T20:56:32.083" v="4945" actId="26606"/>
          <ac:cxnSpMkLst>
            <pc:docMk/>
            <pc:sldMk cId="2193083147" sldId="257"/>
            <ac:cxnSpMk id="26" creationId="{06DA680F-F6AC-453E-A8BF-C5BDED2851DE}"/>
          </ac:cxnSpMkLst>
        </pc:cxnChg>
        <pc:cxnChg chg="add del">
          <ac:chgData name="LAVANYA SINGH" userId="be9e0eaacd5033b1" providerId="LiveId" clId="{C313BEC5-BB04-4F2C-9796-79F4CA05FC3E}" dt="2023-12-02T20:56:37.948" v="4947" actId="26606"/>
          <ac:cxnSpMkLst>
            <pc:docMk/>
            <pc:sldMk cId="2193083147" sldId="257"/>
            <ac:cxnSpMk id="32" creationId="{06DA680F-F6AC-453E-A8BF-C5BDED2851DE}"/>
          </ac:cxnSpMkLst>
        </pc:cxnChg>
        <pc:cxnChg chg="add">
          <ac:chgData name="LAVANYA SINGH" userId="be9e0eaacd5033b1" providerId="LiveId" clId="{C313BEC5-BB04-4F2C-9796-79F4CA05FC3E}" dt="2023-12-02T20:56:38.010" v="4948" actId="26606"/>
          <ac:cxnSpMkLst>
            <pc:docMk/>
            <pc:sldMk cId="2193083147" sldId="257"/>
            <ac:cxnSpMk id="37" creationId="{06DA680F-F6AC-453E-A8BF-C5BDED2851DE}"/>
          </ac:cxnSpMkLst>
        </pc:cxnChg>
      </pc:sldChg>
      <pc:sldChg chg="addSp delSp modSp mod setBg delDesignElem">
        <pc:chgData name="LAVANYA SINGH" userId="be9e0eaacd5033b1" providerId="LiveId" clId="{C313BEC5-BB04-4F2C-9796-79F4CA05FC3E}" dt="2023-12-11T21:46:31.227" v="8274"/>
        <pc:sldMkLst>
          <pc:docMk/>
          <pc:sldMk cId="2568025676" sldId="258"/>
        </pc:sldMkLst>
        <pc:spChg chg="mod">
          <ac:chgData name="LAVANYA SINGH" userId="be9e0eaacd5033b1" providerId="LiveId" clId="{C313BEC5-BB04-4F2C-9796-79F4CA05FC3E}" dt="2023-12-03T01:18:41.506" v="5274" actId="26606"/>
          <ac:spMkLst>
            <pc:docMk/>
            <pc:sldMk cId="2568025676" sldId="258"/>
            <ac:spMk id="2" creationId="{CC4C0BE1-DCD3-6FB1-19EE-5E92D814C47A}"/>
          </ac:spMkLst>
        </pc:spChg>
        <pc:spChg chg="del mod">
          <ac:chgData name="LAVANYA SINGH" userId="be9e0eaacd5033b1" providerId="LiveId" clId="{C313BEC5-BB04-4F2C-9796-79F4CA05FC3E}" dt="2023-10-25T17:51:35.322" v="4467" actId="26606"/>
          <ac:spMkLst>
            <pc:docMk/>
            <pc:sldMk cId="2568025676" sldId="258"/>
            <ac:spMk id="3" creationId="{425F03F3-7161-CB16-99A8-422C694DBE14}"/>
          </ac:spMkLst>
        </pc:spChg>
        <pc:spChg chg="add del">
          <ac:chgData name="LAVANYA SINGH" userId="be9e0eaacd5033b1" providerId="LiveId" clId="{C313BEC5-BB04-4F2C-9796-79F4CA05FC3E}" dt="2023-10-25T16:35:45.717" v="3024"/>
          <ac:spMkLst>
            <pc:docMk/>
            <pc:sldMk cId="2568025676" sldId="258"/>
            <ac:spMk id="8" creationId="{D038248A-211C-4EEC-8401-C761B929FB52}"/>
          </ac:spMkLst>
        </pc:spChg>
        <pc:spChg chg="add del">
          <ac:chgData name="LAVANYA SINGH" userId="be9e0eaacd5033b1" providerId="LiveId" clId="{C313BEC5-BB04-4F2C-9796-79F4CA05FC3E}" dt="2023-12-02T20:43:28.948" v="4882" actId="26606"/>
          <ac:spMkLst>
            <pc:docMk/>
            <pc:sldMk cId="2568025676" sldId="258"/>
            <ac:spMk id="9" creationId="{FB5993E2-C02B-4335-ABA5-D8EC465551E3}"/>
          </ac:spMkLst>
        </pc:spChg>
        <pc:spChg chg="add del">
          <ac:chgData name="LAVANYA SINGH" userId="be9e0eaacd5033b1" providerId="LiveId" clId="{C313BEC5-BB04-4F2C-9796-79F4CA05FC3E}" dt="2023-10-25T16:35:45.717" v="3024"/>
          <ac:spMkLst>
            <pc:docMk/>
            <pc:sldMk cId="2568025676" sldId="258"/>
            <ac:spMk id="10" creationId="{C30A849F-66D9-40C8-BEC8-35AFF8F4568F}"/>
          </ac:spMkLst>
        </pc:spChg>
        <pc:spChg chg="add del">
          <ac:chgData name="LAVANYA SINGH" userId="be9e0eaacd5033b1" providerId="LiveId" clId="{C313BEC5-BB04-4F2C-9796-79F4CA05FC3E}" dt="2023-12-02T20:43:28.948" v="4882" actId="26606"/>
          <ac:spMkLst>
            <pc:docMk/>
            <pc:sldMk cId="2568025676" sldId="258"/>
            <ac:spMk id="11" creationId="{C0B801A2-5622-4BE8-9AD2-C337A2CD0022}"/>
          </ac:spMkLst>
        </pc:spChg>
        <pc:spChg chg="add del">
          <ac:chgData name="LAVANYA SINGH" userId="be9e0eaacd5033b1" providerId="LiveId" clId="{C313BEC5-BB04-4F2C-9796-79F4CA05FC3E}" dt="2023-12-02T20:43:28.948" v="4882" actId="26606"/>
          <ac:spMkLst>
            <pc:docMk/>
            <pc:sldMk cId="2568025676" sldId="258"/>
            <ac:spMk id="13" creationId="{B7AF614F-5BC3-4086-99F5-B87C5847A071}"/>
          </ac:spMkLst>
        </pc:spChg>
        <pc:spChg chg="add del">
          <ac:chgData name="LAVANYA SINGH" userId="be9e0eaacd5033b1" providerId="LiveId" clId="{C313BEC5-BB04-4F2C-9796-79F4CA05FC3E}" dt="2023-12-02T20:43:28.822" v="4881" actId="26606"/>
          <ac:spMkLst>
            <pc:docMk/>
            <pc:sldMk cId="2568025676" sldId="258"/>
            <ac:spMk id="15" creationId="{FB5993E2-C02B-4335-ABA5-D8EC465551E3}"/>
          </ac:spMkLst>
        </pc:spChg>
        <pc:spChg chg="add del">
          <ac:chgData name="LAVANYA SINGH" userId="be9e0eaacd5033b1" providerId="LiveId" clId="{C313BEC5-BB04-4F2C-9796-79F4CA05FC3E}" dt="2023-12-02T20:43:28.822" v="4881" actId="26606"/>
          <ac:spMkLst>
            <pc:docMk/>
            <pc:sldMk cId="2568025676" sldId="258"/>
            <ac:spMk id="20" creationId="{C0B801A2-5622-4BE8-9AD2-C337A2CD0022}"/>
          </ac:spMkLst>
        </pc:spChg>
        <pc:spChg chg="add del">
          <ac:chgData name="LAVANYA SINGH" userId="be9e0eaacd5033b1" providerId="LiveId" clId="{C313BEC5-BB04-4F2C-9796-79F4CA05FC3E}" dt="2023-12-02T20:43:28.822" v="4881" actId="26606"/>
          <ac:spMkLst>
            <pc:docMk/>
            <pc:sldMk cId="2568025676" sldId="258"/>
            <ac:spMk id="22" creationId="{B7AF614F-5BC3-4086-99F5-B87C5847A071}"/>
          </ac:spMkLst>
        </pc:spChg>
        <pc:spChg chg="add del">
          <ac:chgData name="LAVANYA SINGH" userId="be9e0eaacd5033b1" providerId="LiveId" clId="{C313BEC5-BB04-4F2C-9796-79F4CA05FC3E}" dt="2023-12-03T01:18:41.506" v="5274" actId="26606"/>
          <ac:spMkLst>
            <pc:docMk/>
            <pc:sldMk cId="2568025676" sldId="258"/>
            <ac:spMk id="24" creationId="{9D01F790-DD03-42F9-BA1A-68D67A92CFCD}"/>
          </ac:spMkLst>
        </pc:spChg>
        <pc:spChg chg="add del">
          <ac:chgData name="LAVANYA SINGH" userId="be9e0eaacd5033b1" providerId="LiveId" clId="{C313BEC5-BB04-4F2C-9796-79F4CA05FC3E}" dt="2023-12-03T01:18:41.506" v="5274" actId="26606"/>
          <ac:spMkLst>
            <pc:docMk/>
            <pc:sldMk cId="2568025676" sldId="258"/>
            <ac:spMk id="25" creationId="{9D3FAB87-3CFA-4F57-9867-8D5B043E55E1}"/>
          </ac:spMkLst>
        </pc:spChg>
        <pc:spChg chg="add del">
          <ac:chgData name="LAVANYA SINGH" userId="be9e0eaacd5033b1" providerId="LiveId" clId="{C313BEC5-BB04-4F2C-9796-79F4CA05FC3E}" dt="2023-12-03T01:18:41.506" v="5274" actId="26606"/>
          <ac:spMkLst>
            <pc:docMk/>
            <pc:sldMk cId="2568025676" sldId="258"/>
            <ac:spMk id="26" creationId="{76928EA5-66AD-46CE-B63D-16D33755651B}"/>
          </ac:spMkLst>
        </pc:spChg>
        <pc:spChg chg="add">
          <ac:chgData name="LAVANYA SINGH" userId="be9e0eaacd5033b1" providerId="LiveId" clId="{C313BEC5-BB04-4F2C-9796-79F4CA05FC3E}" dt="2023-12-03T01:18:41.506" v="5274" actId="26606"/>
          <ac:spMkLst>
            <pc:docMk/>
            <pc:sldMk cId="2568025676" sldId="258"/>
            <ac:spMk id="31" creationId="{FB5993E2-C02B-4335-ABA5-D8EC465551E3}"/>
          </ac:spMkLst>
        </pc:spChg>
        <pc:spChg chg="add">
          <ac:chgData name="LAVANYA SINGH" userId="be9e0eaacd5033b1" providerId="LiveId" clId="{C313BEC5-BB04-4F2C-9796-79F4CA05FC3E}" dt="2023-12-03T01:18:41.506" v="5274" actId="26606"/>
          <ac:spMkLst>
            <pc:docMk/>
            <pc:sldMk cId="2568025676" sldId="258"/>
            <ac:spMk id="33" creationId="{C0B801A2-5622-4BE8-9AD2-C337A2CD0022}"/>
          </ac:spMkLst>
        </pc:spChg>
        <pc:spChg chg="add">
          <ac:chgData name="LAVANYA SINGH" userId="be9e0eaacd5033b1" providerId="LiveId" clId="{C313BEC5-BB04-4F2C-9796-79F4CA05FC3E}" dt="2023-12-03T01:18:41.506" v="5274" actId="26606"/>
          <ac:spMkLst>
            <pc:docMk/>
            <pc:sldMk cId="2568025676" sldId="258"/>
            <ac:spMk id="35" creationId="{B7AF614F-5BC3-4086-99F5-B87C5847A071}"/>
          </ac:spMkLst>
        </pc:spChg>
        <pc:grpChg chg="add del">
          <ac:chgData name="LAVANYA SINGH" userId="be9e0eaacd5033b1" providerId="LiveId" clId="{C313BEC5-BB04-4F2C-9796-79F4CA05FC3E}" dt="2023-10-25T16:35:45.717" v="3024"/>
          <ac:grpSpMkLst>
            <pc:docMk/>
            <pc:sldMk cId="2568025676" sldId="258"/>
            <ac:grpSpMk id="12" creationId="{04542298-A2B1-480F-A11C-A40EDD19B857}"/>
          </ac:grpSpMkLst>
        </pc:grpChg>
        <pc:grpChg chg="add del">
          <ac:chgData name="LAVANYA SINGH" userId="be9e0eaacd5033b1" providerId="LiveId" clId="{C313BEC5-BB04-4F2C-9796-79F4CA05FC3E}" dt="2023-10-25T16:35:45.717" v="3024"/>
          <ac:grpSpMkLst>
            <pc:docMk/>
            <pc:sldMk cId="2568025676" sldId="258"/>
            <ac:grpSpMk id="18" creationId="{2A5C9C35-2375-49EB-B99C-17C87D42FE7C}"/>
          </ac:grpSpMkLst>
        </pc:grpChg>
        <pc:graphicFrameChg chg="add mod modGraphic">
          <ac:chgData name="LAVANYA SINGH" userId="be9e0eaacd5033b1" providerId="LiveId" clId="{C313BEC5-BB04-4F2C-9796-79F4CA05FC3E}" dt="2023-12-11T21:46:31.227" v="8274"/>
          <ac:graphicFrameMkLst>
            <pc:docMk/>
            <pc:sldMk cId="2568025676" sldId="258"/>
            <ac:graphicFrameMk id="5" creationId="{A4708BD0-8AE1-8957-DD40-9D691EC39470}"/>
          </ac:graphicFrameMkLst>
        </pc:graphicFrameChg>
      </pc:sldChg>
      <pc:sldChg chg="addSp delSp modSp mod ord setBg delDesignElem">
        <pc:chgData name="LAVANYA SINGH" userId="be9e0eaacd5033b1" providerId="LiveId" clId="{C313BEC5-BB04-4F2C-9796-79F4CA05FC3E}" dt="2023-12-11T21:48:11.031" v="8290" actId="20577"/>
        <pc:sldMkLst>
          <pc:docMk/>
          <pc:sldMk cId="540839997" sldId="259"/>
        </pc:sldMkLst>
        <pc:spChg chg="add del">
          <ac:chgData name="LAVANYA SINGH" userId="be9e0eaacd5033b1" providerId="LiveId" clId="{C313BEC5-BB04-4F2C-9796-79F4CA05FC3E}" dt="2023-12-09T19:48:52.008" v="5951" actId="26606"/>
          <ac:spMkLst>
            <pc:docMk/>
            <pc:sldMk cId="540839997" sldId="259"/>
            <ac:spMk id="2" creationId="{518928C4-F09A-EB1A-D335-08BF77394E57}"/>
          </ac:spMkLst>
        </pc:spChg>
        <pc:spChg chg="add">
          <ac:chgData name="LAVANYA SINGH" userId="be9e0eaacd5033b1" providerId="LiveId" clId="{C313BEC5-BB04-4F2C-9796-79F4CA05FC3E}" dt="2023-12-09T19:49:25.608" v="5953" actId="26606"/>
          <ac:spMkLst>
            <pc:docMk/>
            <pc:sldMk cId="540839997" sldId="259"/>
            <ac:spMk id="2" creationId="{914CA2DF-CDBD-A565-7AB5-C4D746C943CF}"/>
          </ac:spMkLst>
        </pc:spChg>
        <pc:spChg chg="del mod">
          <ac:chgData name="LAVANYA SINGH" userId="be9e0eaacd5033b1" providerId="LiveId" clId="{C313BEC5-BB04-4F2C-9796-79F4CA05FC3E}" dt="2023-10-25T17:51:15.363" v="4466" actId="26606"/>
          <ac:spMkLst>
            <pc:docMk/>
            <pc:sldMk cId="540839997" sldId="259"/>
            <ac:spMk id="3" creationId="{0044CD3A-9994-97CC-52FF-1459EE77BA58}"/>
          </ac:spMkLst>
        </pc:spChg>
        <pc:spChg chg="add del">
          <ac:chgData name="LAVANYA SINGH" userId="be9e0eaacd5033b1" providerId="LiveId" clId="{C313BEC5-BB04-4F2C-9796-79F4CA05FC3E}" dt="2023-10-25T16:35:45.717" v="3024"/>
          <ac:spMkLst>
            <pc:docMk/>
            <pc:sldMk cId="540839997" sldId="259"/>
            <ac:spMk id="8" creationId="{D038248A-211C-4EEC-8401-C761B929FB52}"/>
          </ac:spMkLst>
        </pc:spChg>
        <pc:spChg chg="add del">
          <ac:chgData name="LAVANYA SINGH" userId="be9e0eaacd5033b1" providerId="LiveId" clId="{C313BEC5-BB04-4F2C-9796-79F4CA05FC3E}" dt="2023-12-02T20:43:06.722" v="4879" actId="26606"/>
          <ac:spMkLst>
            <pc:docMk/>
            <pc:sldMk cId="540839997" sldId="259"/>
            <ac:spMk id="9" creationId="{FB5993E2-C02B-4335-ABA5-D8EC465551E3}"/>
          </ac:spMkLst>
        </pc:spChg>
        <pc:spChg chg="add del">
          <ac:chgData name="LAVANYA SINGH" userId="be9e0eaacd5033b1" providerId="LiveId" clId="{C313BEC5-BB04-4F2C-9796-79F4CA05FC3E}" dt="2023-10-25T16:35:45.717" v="3024"/>
          <ac:spMkLst>
            <pc:docMk/>
            <pc:sldMk cId="540839997" sldId="259"/>
            <ac:spMk id="10" creationId="{C30A849F-66D9-40C8-BEC8-35AFF8F4568F}"/>
          </ac:spMkLst>
        </pc:spChg>
        <pc:spChg chg="add del">
          <ac:chgData name="LAVANYA SINGH" userId="be9e0eaacd5033b1" providerId="LiveId" clId="{C313BEC5-BB04-4F2C-9796-79F4CA05FC3E}" dt="2023-12-02T20:43:06.722" v="4879" actId="26606"/>
          <ac:spMkLst>
            <pc:docMk/>
            <pc:sldMk cId="540839997" sldId="259"/>
            <ac:spMk id="11" creationId="{C0B801A2-5622-4BE8-9AD2-C337A2CD0022}"/>
          </ac:spMkLst>
        </pc:spChg>
        <pc:spChg chg="add del">
          <ac:chgData name="LAVANYA SINGH" userId="be9e0eaacd5033b1" providerId="LiveId" clId="{C313BEC5-BB04-4F2C-9796-79F4CA05FC3E}" dt="2023-12-02T20:43:06.722" v="4879" actId="26606"/>
          <ac:spMkLst>
            <pc:docMk/>
            <pc:sldMk cId="540839997" sldId="259"/>
            <ac:spMk id="13" creationId="{B7AF614F-5BC3-4086-99F5-B87C5847A071}"/>
          </ac:spMkLst>
        </pc:spChg>
        <pc:spChg chg="add del">
          <ac:chgData name="LAVANYA SINGH" userId="be9e0eaacd5033b1" providerId="LiveId" clId="{C313BEC5-BB04-4F2C-9796-79F4CA05FC3E}" dt="2023-12-02T20:43:06.580" v="4878" actId="26606"/>
          <ac:spMkLst>
            <pc:docMk/>
            <pc:sldMk cId="540839997" sldId="259"/>
            <ac:spMk id="15" creationId="{A6B16355-27FB-445B-B646-02AB73637459}"/>
          </ac:spMkLst>
        </pc:spChg>
        <pc:spChg chg="add del">
          <ac:chgData name="LAVANYA SINGH" userId="be9e0eaacd5033b1" providerId="LiveId" clId="{C313BEC5-BB04-4F2C-9796-79F4CA05FC3E}" dt="2023-12-02T20:43:06.580" v="4878" actId="26606"/>
          <ac:spMkLst>
            <pc:docMk/>
            <pc:sldMk cId="540839997" sldId="259"/>
            <ac:spMk id="22" creationId="{6B3BF2E5-C3AB-441F-A430-491119C56D26}"/>
          </ac:spMkLst>
        </pc:spChg>
        <pc:spChg chg="add del">
          <ac:chgData name="LAVANYA SINGH" userId="be9e0eaacd5033b1" providerId="LiveId" clId="{C313BEC5-BB04-4F2C-9796-79F4CA05FC3E}" dt="2023-12-02T20:43:06.580" v="4878" actId="26606"/>
          <ac:spMkLst>
            <pc:docMk/>
            <pc:sldMk cId="540839997" sldId="259"/>
            <ac:spMk id="24" creationId="{DD07C90B-B81A-473B-8919-CA924E61FFCF}"/>
          </ac:spMkLst>
        </pc:spChg>
        <pc:spChg chg="add del">
          <ac:chgData name="LAVANYA SINGH" userId="be9e0eaacd5033b1" providerId="LiveId" clId="{C313BEC5-BB04-4F2C-9796-79F4CA05FC3E}" dt="2023-12-09T19:49:25.608" v="5953" actId="26606"/>
          <ac:spMkLst>
            <pc:docMk/>
            <pc:sldMk cId="540839997" sldId="259"/>
            <ac:spMk id="26" creationId="{9D01F790-DD03-42F9-BA1A-68D67A92CFCD}"/>
          </ac:spMkLst>
        </pc:spChg>
        <pc:spChg chg="add del">
          <ac:chgData name="LAVANYA SINGH" userId="be9e0eaacd5033b1" providerId="LiveId" clId="{C313BEC5-BB04-4F2C-9796-79F4CA05FC3E}" dt="2023-12-09T19:49:25.608" v="5953" actId="26606"/>
          <ac:spMkLst>
            <pc:docMk/>
            <pc:sldMk cId="540839997" sldId="259"/>
            <ac:spMk id="27" creationId="{9D3FAB87-3CFA-4F57-9867-8D5B043E55E1}"/>
          </ac:spMkLst>
        </pc:spChg>
        <pc:spChg chg="add del">
          <ac:chgData name="LAVANYA SINGH" userId="be9e0eaacd5033b1" providerId="LiveId" clId="{C313BEC5-BB04-4F2C-9796-79F4CA05FC3E}" dt="2023-12-09T19:49:25.608" v="5953" actId="26606"/>
          <ac:spMkLst>
            <pc:docMk/>
            <pc:sldMk cId="540839997" sldId="259"/>
            <ac:spMk id="28" creationId="{76928EA5-66AD-46CE-B63D-16D33755651B}"/>
          </ac:spMkLst>
        </pc:spChg>
        <pc:spChg chg="add">
          <ac:chgData name="LAVANYA SINGH" userId="be9e0eaacd5033b1" providerId="LiveId" clId="{C313BEC5-BB04-4F2C-9796-79F4CA05FC3E}" dt="2023-12-09T19:49:25.608" v="5953" actId="26606"/>
          <ac:spMkLst>
            <pc:docMk/>
            <pc:sldMk cId="540839997" sldId="259"/>
            <ac:spMk id="30" creationId="{63E00694-E403-4987-8634-15F6D8E4C38C}"/>
          </ac:spMkLst>
        </pc:spChg>
        <pc:spChg chg="add del mod replId">
          <ac:chgData name="LAVANYA SINGH" userId="be9e0eaacd5033b1" providerId="LiveId" clId="{C313BEC5-BB04-4F2C-9796-79F4CA05FC3E}" dt="2023-12-09T19:49:25.608" v="5953" actId="26606"/>
          <ac:spMkLst>
            <pc:docMk/>
            <pc:sldMk cId="540839997" sldId="259"/>
            <ac:spMk id="31" creationId="{B9A69276-A68B-A252-B25E-515FD102B9D3}"/>
          </ac:spMkLst>
        </pc:spChg>
        <pc:spChg chg="add del">
          <ac:chgData name="LAVANYA SINGH" userId="be9e0eaacd5033b1" providerId="LiveId" clId="{C313BEC5-BB04-4F2C-9796-79F4CA05FC3E}" dt="2023-12-09T19:48:52.008" v="5951" actId="26606"/>
          <ac:spMkLst>
            <pc:docMk/>
            <pc:sldMk cId="540839997" sldId="259"/>
            <ac:spMk id="33" creationId="{FB5993E2-C02B-4335-ABA5-D8EC465551E3}"/>
          </ac:spMkLst>
        </pc:spChg>
        <pc:spChg chg="add del">
          <ac:chgData name="LAVANYA SINGH" userId="be9e0eaacd5033b1" providerId="LiveId" clId="{C313BEC5-BB04-4F2C-9796-79F4CA05FC3E}" dt="2023-12-09T19:48:52.008" v="5951" actId="26606"/>
          <ac:spMkLst>
            <pc:docMk/>
            <pc:sldMk cId="540839997" sldId="259"/>
            <ac:spMk id="35" creationId="{C0B801A2-5622-4BE8-9AD2-C337A2CD0022}"/>
          </ac:spMkLst>
        </pc:spChg>
        <pc:spChg chg="add del">
          <ac:chgData name="LAVANYA SINGH" userId="be9e0eaacd5033b1" providerId="LiveId" clId="{C313BEC5-BB04-4F2C-9796-79F4CA05FC3E}" dt="2023-12-09T19:48:52.008" v="5951" actId="26606"/>
          <ac:spMkLst>
            <pc:docMk/>
            <pc:sldMk cId="540839997" sldId="259"/>
            <ac:spMk id="37" creationId="{B7AF614F-5BC3-4086-99F5-B87C5847A071}"/>
          </ac:spMkLst>
        </pc:spChg>
        <pc:grpChg chg="add del">
          <ac:chgData name="LAVANYA SINGH" userId="be9e0eaacd5033b1" providerId="LiveId" clId="{C313BEC5-BB04-4F2C-9796-79F4CA05FC3E}" dt="2023-10-25T16:35:45.717" v="3024"/>
          <ac:grpSpMkLst>
            <pc:docMk/>
            <pc:sldMk cId="540839997" sldId="259"/>
            <ac:grpSpMk id="12" creationId="{04542298-A2B1-480F-A11C-A40EDD19B857}"/>
          </ac:grpSpMkLst>
        </pc:grpChg>
        <pc:grpChg chg="add del">
          <ac:chgData name="LAVANYA SINGH" userId="be9e0eaacd5033b1" providerId="LiveId" clId="{C313BEC5-BB04-4F2C-9796-79F4CA05FC3E}" dt="2023-10-25T16:35:45.717" v="3024"/>
          <ac:grpSpMkLst>
            <pc:docMk/>
            <pc:sldMk cId="540839997" sldId="259"/>
            <ac:grpSpMk id="18" creationId="{2A5C9C35-2375-49EB-B99C-17C87D42FE7C}"/>
          </ac:grpSpMkLst>
        </pc:grpChg>
        <pc:graphicFrameChg chg="add mod">
          <ac:chgData name="LAVANYA SINGH" userId="be9e0eaacd5033b1" providerId="LiveId" clId="{C313BEC5-BB04-4F2C-9796-79F4CA05FC3E}" dt="2023-12-11T21:48:11.031" v="8290" actId="20577"/>
          <ac:graphicFrameMkLst>
            <pc:docMk/>
            <pc:sldMk cId="540839997" sldId="259"/>
            <ac:graphicFrameMk id="5" creationId="{4846AB4F-757C-A18F-140A-67D9BC8DFD0F}"/>
          </ac:graphicFrameMkLst>
        </pc:graphicFrameChg>
        <pc:graphicFrameChg chg="add del">
          <ac:chgData name="LAVANYA SINGH" userId="be9e0eaacd5033b1" providerId="LiveId" clId="{C313BEC5-BB04-4F2C-9796-79F4CA05FC3E}" dt="2023-12-09T19:48:52.008" v="5951" actId="26606"/>
          <ac:graphicFrameMkLst>
            <pc:docMk/>
            <pc:sldMk cId="540839997" sldId="259"/>
            <ac:graphicFrameMk id="5" creationId="{CFDED633-584D-C631-1FE9-1E64AE8E1A73}"/>
          </ac:graphicFrameMkLst>
        </pc:graphicFrameChg>
        <pc:graphicFrameChg chg="add del mod replId modGraphic">
          <ac:chgData name="LAVANYA SINGH" userId="be9e0eaacd5033b1" providerId="LiveId" clId="{C313BEC5-BB04-4F2C-9796-79F4CA05FC3E}" dt="2023-12-09T19:49:25.608" v="5953" actId="26606"/>
          <ac:graphicFrameMkLst>
            <pc:docMk/>
            <pc:sldMk cId="540839997" sldId="259"/>
            <ac:graphicFrameMk id="32" creationId="{2041031A-6663-0133-4E0F-B291B82F9765}"/>
          </ac:graphicFrameMkLst>
        </pc:graphicFrameChg>
        <pc:cxnChg chg="add del">
          <ac:chgData name="LAVANYA SINGH" userId="be9e0eaacd5033b1" providerId="LiveId" clId="{C313BEC5-BB04-4F2C-9796-79F4CA05FC3E}" dt="2023-12-02T20:43:06.580" v="4878" actId="26606"/>
          <ac:cxnSpMkLst>
            <pc:docMk/>
            <pc:sldMk cId="540839997" sldId="259"/>
            <ac:cxnSpMk id="20" creationId="{06DA680F-F6AC-453E-A8BF-C5BDED2851DE}"/>
          </ac:cxnSpMkLst>
        </pc:cxnChg>
      </pc:sldChg>
      <pc:sldChg chg="addSp delSp modSp mod ord setBg delDesignElem">
        <pc:chgData name="LAVANYA SINGH" userId="be9e0eaacd5033b1" providerId="LiveId" clId="{C313BEC5-BB04-4F2C-9796-79F4CA05FC3E}" dt="2023-12-12T00:20:41.551" v="8493" actId="14100"/>
        <pc:sldMkLst>
          <pc:docMk/>
          <pc:sldMk cId="3676739490" sldId="260"/>
        </pc:sldMkLst>
        <pc:spChg chg="add">
          <ac:chgData name="LAVANYA SINGH" userId="be9e0eaacd5033b1" providerId="LiveId" clId="{C313BEC5-BB04-4F2C-9796-79F4CA05FC3E}" dt="2023-12-09T19:51:00.555" v="5956" actId="26606"/>
          <ac:spMkLst>
            <pc:docMk/>
            <pc:sldMk cId="3676739490" sldId="260"/>
            <ac:spMk id="2" creationId="{777FF2DC-49C9-5594-4E13-32507BFA8B5A}"/>
          </ac:spMkLst>
        </pc:spChg>
        <pc:spChg chg="add mod">
          <ac:chgData name="LAVANYA SINGH" userId="be9e0eaacd5033b1" providerId="LiveId" clId="{C313BEC5-BB04-4F2C-9796-79F4CA05FC3E}" dt="2023-12-09T19:55:22.309" v="6004" actId="14100"/>
          <ac:spMkLst>
            <pc:docMk/>
            <pc:sldMk cId="3676739490" sldId="260"/>
            <ac:spMk id="3" creationId="{9B95EBCF-DC39-2AFC-7B10-5670AE910A02}"/>
          </ac:spMkLst>
        </pc:spChg>
        <pc:spChg chg="del mod">
          <ac:chgData name="LAVANYA SINGH" userId="be9e0eaacd5033b1" providerId="LiveId" clId="{C313BEC5-BB04-4F2C-9796-79F4CA05FC3E}" dt="2023-10-24T15:57:26.690" v="1667" actId="478"/>
          <ac:spMkLst>
            <pc:docMk/>
            <pc:sldMk cId="3676739490" sldId="260"/>
            <ac:spMk id="3" creationId="{C51612E5-5176-0F6C-DDD1-53D93B8FE093}"/>
          </ac:spMkLst>
        </pc:spChg>
        <pc:spChg chg="add del mod">
          <ac:chgData name="LAVANYA SINGH" userId="be9e0eaacd5033b1" providerId="LiveId" clId="{C313BEC5-BB04-4F2C-9796-79F4CA05FC3E}" dt="2023-12-09T19:54:42.415" v="5996" actId="478"/>
          <ac:spMkLst>
            <pc:docMk/>
            <pc:sldMk cId="3676739490" sldId="260"/>
            <ac:spMk id="4" creationId="{719A6B89-ED71-E69C-F2B6-02D2C4B66408}"/>
          </ac:spMkLst>
        </pc:spChg>
        <pc:spChg chg="add del mod">
          <ac:chgData name="LAVANYA SINGH" userId="be9e0eaacd5033b1" providerId="LiveId" clId="{C313BEC5-BB04-4F2C-9796-79F4CA05FC3E}" dt="2023-10-23T00:49:20.164" v="620" actId="478"/>
          <ac:spMkLst>
            <pc:docMk/>
            <pc:sldMk cId="3676739490" sldId="260"/>
            <ac:spMk id="4" creationId="{AF9FBE10-45FB-18E8-822B-0134AFD780D4}"/>
          </ac:spMkLst>
        </pc:spChg>
        <pc:spChg chg="add mod">
          <ac:chgData name="LAVANYA SINGH" userId="be9e0eaacd5033b1" providerId="LiveId" clId="{C313BEC5-BB04-4F2C-9796-79F4CA05FC3E}" dt="2023-12-09T19:53:01.552" v="5974" actId="113"/>
          <ac:spMkLst>
            <pc:docMk/>
            <pc:sldMk cId="3676739490" sldId="260"/>
            <ac:spMk id="5" creationId="{544BCF16-E323-8ABB-FFAC-C117CC2B3D69}"/>
          </ac:spMkLst>
        </pc:spChg>
        <pc:spChg chg="add mod">
          <ac:chgData name="LAVANYA SINGH" userId="be9e0eaacd5033b1" providerId="LiveId" clId="{C313BEC5-BB04-4F2C-9796-79F4CA05FC3E}" dt="2023-12-12T00:10:25.879" v="8450" actId="20577"/>
          <ac:spMkLst>
            <pc:docMk/>
            <pc:sldMk cId="3676739490" sldId="260"/>
            <ac:spMk id="6" creationId="{0B894FE0-6A3C-D0AB-2832-3DDD6817321E}"/>
          </ac:spMkLst>
        </pc:spChg>
        <pc:spChg chg="add mod">
          <ac:chgData name="LAVANYA SINGH" userId="be9e0eaacd5033b1" providerId="LiveId" clId="{C313BEC5-BB04-4F2C-9796-79F4CA05FC3E}" dt="2023-12-12T00:10:54.579" v="8454" actId="20577"/>
          <ac:spMkLst>
            <pc:docMk/>
            <pc:sldMk cId="3676739490" sldId="260"/>
            <ac:spMk id="7" creationId="{41FBE594-9E9C-0F08-EACB-BCC0F7C2AF98}"/>
          </ac:spMkLst>
        </pc:spChg>
        <pc:spChg chg="add del">
          <ac:chgData name="LAVANYA SINGH" userId="be9e0eaacd5033b1" providerId="LiveId" clId="{C313BEC5-BB04-4F2C-9796-79F4CA05FC3E}" dt="2023-10-25T16:35:45.717" v="3024"/>
          <ac:spMkLst>
            <pc:docMk/>
            <pc:sldMk cId="3676739490" sldId="260"/>
            <ac:spMk id="8" creationId="{D038248A-211C-4EEC-8401-C761B929FB52}"/>
          </ac:spMkLst>
        </pc:spChg>
        <pc:spChg chg="add mod">
          <ac:chgData name="LAVANYA SINGH" userId="be9e0eaacd5033b1" providerId="LiveId" clId="{C313BEC5-BB04-4F2C-9796-79F4CA05FC3E}" dt="2023-12-12T00:16:22.966" v="8459" actId="113"/>
          <ac:spMkLst>
            <pc:docMk/>
            <pc:sldMk cId="3676739490" sldId="260"/>
            <ac:spMk id="9" creationId="{E5265E49-6250-2BE7-025A-0A98D2D9709A}"/>
          </ac:spMkLst>
        </pc:spChg>
        <pc:spChg chg="add del">
          <ac:chgData name="LAVANYA SINGH" userId="be9e0eaacd5033b1" providerId="LiveId" clId="{C313BEC5-BB04-4F2C-9796-79F4CA05FC3E}" dt="2023-10-25T16:35:45.717" v="3024"/>
          <ac:spMkLst>
            <pc:docMk/>
            <pc:sldMk cId="3676739490" sldId="260"/>
            <ac:spMk id="10" creationId="{C30A849F-66D9-40C8-BEC8-35AFF8F4568F}"/>
          </ac:spMkLst>
        </pc:spChg>
        <pc:spChg chg="add mod">
          <ac:chgData name="LAVANYA SINGH" userId="be9e0eaacd5033b1" providerId="LiveId" clId="{C313BEC5-BB04-4F2C-9796-79F4CA05FC3E}" dt="2023-12-09T19:52:49.373" v="5972" actId="14100"/>
          <ac:spMkLst>
            <pc:docMk/>
            <pc:sldMk cId="3676739490" sldId="260"/>
            <ac:spMk id="11" creationId="{06F34406-FFB5-F985-2344-08DA93B79FF2}"/>
          </ac:spMkLst>
        </pc:spChg>
        <pc:spChg chg="add mod">
          <ac:chgData name="LAVANYA SINGH" userId="be9e0eaacd5033b1" providerId="LiveId" clId="{C313BEC5-BB04-4F2C-9796-79F4CA05FC3E}" dt="2023-12-09T19:52:29.919" v="5968" actId="113"/>
          <ac:spMkLst>
            <pc:docMk/>
            <pc:sldMk cId="3676739490" sldId="260"/>
            <ac:spMk id="15" creationId="{906DAD09-672B-217A-F65B-B3E2F4AD8A68}"/>
          </ac:spMkLst>
        </pc:spChg>
        <pc:spChg chg="add mod">
          <ac:chgData name="LAVANYA SINGH" userId="be9e0eaacd5033b1" providerId="LiveId" clId="{C313BEC5-BB04-4F2C-9796-79F4CA05FC3E}" dt="2023-12-12T00:20:41.551" v="8493" actId="14100"/>
          <ac:spMkLst>
            <pc:docMk/>
            <pc:sldMk cId="3676739490" sldId="260"/>
            <ac:spMk id="24" creationId="{AE9A4AE9-24C6-8A63-0F14-73EBB81FEDF8}"/>
          </ac:spMkLst>
        </pc:spChg>
        <pc:spChg chg="add del">
          <ac:chgData name="LAVANYA SINGH" userId="be9e0eaacd5033b1" providerId="LiveId" clId="{C313BEC5-BB04-4F2C-9796-79F4CA05FC3E}" dt="2023-12-03T01:19:28.289" v="5276" actId="26606"/>
          <ac:spMkLst>
            <pc:docMk/>
            <pc:sldMk cId="3676739490" sldId="260"/>
            <ac:spMk id="51" creationId="{A6B16355-27FB-445B-B646-02AB73637459}"/>
          </ac:spMkLst>
        </pc:spChg>
        <pc:spChg chg="add del">
          <ac:chgData name="LAVANYA SINGH" userId="be9e0eaacd5033b1" providerId="LiveId" clId="{C313BEC5-BB04-4F2C-9796-79F4CA05FC3E}" dt="2023-12-03T01:19:28.289" v="5276" actId="26606"/>
          <ac:spMkLst>
            <pc:docMk/>
            <pc:sldMk cId="3676739490" sldId="260"/>
            <ac:spMk id="55" creationId="{6B3BF2E5-C3AB-441F-A430-491119C56D26}"/>
          </ac:spMkLst>
        </pc:spChg>
        <pc:spChg chg="add del">
          <ac:chgData name="LAVANYA SINGH" userId="be9e0eaacd5033b1" providerId="LiveId" clId="{C313BEC5-BB04-4F2C-9796-79F4CA05FC3E}" dt="2023-12-03T01:19:28.289" v="5276" actId="26606"/>
          <ac:spMkLst>
            <pc:docMk/>
            <pc:sldMk cId="3676739490" sldId="260"/>
            <ac:spMk id="57" creationId="{DD07C90B-B81A-473B-8919-CA924E61FFCF}"/>
          </ac:spMkLst>
        </pc:spChg>
        <pc:spChg chg="del mod replId">
          <ac:chgData name="LAVANYA SINGH" userId="be9e0eaacd5033b1" providerId="LiveId" clId="{C313BEC5-BB04-4F2C-9796-79F4CA05FC3E}" dt="2023-12-09T19:51:00.555" v="5956" actId="26606"/>
          <ac:spMkLst>
            <pc:docMk/>
            <pc:sldMk cId="3676739490" sldId="260"/>
            <ac:spMk id="88" creationId="{3E026731-99A4-1490-D30D-88B7CE763876}"/>
          </ac:spMkLst>
        </pc:spChg>
        <pc:spChg chg="add del mod replId">
          <ac:chgData name="LAVANYA SINGH" userId="be9e0eaacd5033b1" providerId="LiveId" clId="{C313BEC5-BB04-4F2C-9796-79F4CA05FC3E}" dt="2023-12-09T19:51:00.555" v="5956" actId="26606"/>
          <ac:spMkLst>
            <pc:docMk/>
            <pc:sldMk cId="3676739490" sldId="260"/>
            <ac:spMk id="89" creationId="{1CF38BFF-4D89-03EB-4835-680F27D29AA7}"/>
          </ac:spMkLst>
        </pc:spChg>
        <pc:spChg chg="add del mod replId">
          <ac:chgData name="LAVANYA SINGH" userId="be9e0eaacd5033b1" providerId="LiveId" clId="{C313BEC5-BB04-4F2C-9796-79F4CA05FC3E}" dt="2023-12-09T19:51:00.555" v="5956" actId="26606"/>
          <ac:spMkLst>
            <pc:docMk/>
            <pc:sldMk cId="3676739490" sldId="260"/>
            <ac:spMk id="90" creationId="{85FBA681-3CED-4AFD-9261-ACF26B16A149}"/>
          </ac:spMkLst>
        </pc:spChg>
        <pc:spChg chg="add del mod replId">
          <ac:chgData name="LAVANYA SINGH" userId="be9e0eaacd5033b1" providerId="LiveId" clId="{C313BEC5-BB04-4F2C-9796-79F4CA05FC3E}" dt="2023-12-09T19:51:00.555" v="5956" actId="26606"/>
          <ac:spMkLst>
            <pc:docMk/>
            <pc:sldMk cId="3676739490" sldId="260"/>
            <ac:spMk id="91" creationId="{A3999F6B-DE1F-B1B5-84CA-61537F290731}"/>
          </ac:spMkLst>
        </pc:spChg>
        <pc:spChg chg="add del mod replId">
          <ac:chgData name="LAVANYA SINGH" userId="be9e0eaacd5033b1" providerId="LiveId" clId="{C313BEC5-BB04-4F2C-9796-79F4CA05FC3E}" dt="2023-12-09T19:51:00.555" v="5956" actId="26606"/>
          <ac:spMkLst>
            <pc:docMk/>
            <pc:sldMk cId="3676739490" sldId="260"/>
            <ac:spMk id="92" creationId="{B0D83F19-ECC7-1C91-8AC3-C555E46E6B50}"/>
          </ac:spMkLst>
        </pc:spChg>
        <pc:spChg chg="add del mod replId">
          <ac:chgData name="LAVANYA SINGH" userId="be9e0eaacd5033b1" providerId="LiveId" clId="{C313BEC5-BB04-4F2C-9796-79F4CA05FC3E}" dt="2023-12-09T19:51:00.555" v="5956" actId="26606"/>
          <ac:spMkLst>
            <pc:docMk/>
            <pc:sldMk cId="3676739490" sldId="260"/>
            <ac:spMk id="93" creationId="{8481B6FD-5AD0-B2B0-B8D5-5A2F37DCA018}"/>
          </ac:spMkLst>
        </pc:spChg>
        <pc:spChg chg="add del mod replId">
          <ac:chgData name="LAVANYA SINGH" userId="be9e0eaacd5033b1" providerId="LiveId" clId="{C313BEC5-BB04-4F2C-9796-79F4CA05FC3E}" dt="2023-12-09T19:51:00.555" v="5956" actId="26606"/>
          <ac:spMkLst>
            <pc:docMk/>
            <pc:sldMk cId="3676739490" sldId="260"/>
            <ac:spMk id="94" creationId="{C6D92B67-36A3-FAAC-520A-D50B219E4D9A}"/>
          </ac:spMkLst>
        </pc:spChg>
        <pc:spChg chg="add del mod replId">
          <ac:chgData name="LAVANYA SINGH" userId="be9e0eaacd5033b1" providerId="LiveId" clId="{C313BEC5-BB04-4F2C-9796-79F4CA05FC3E}" dt="2023-12-09T19:51:00.555" v="5956" actId="26606"/>
          <ac:spMkLst>
            <pc:docMk/>
            <pc:sldMk cId="3676739490" sldId="260"/>
            <ac:spMk id="96" creationId="{78F08D6F-8083-8116-5F63-0E942F32796D}"/>
          </ac:spMkLst>
        </pc:spChg>
        <pc:spChg chg="add del mod replId">
          <ac:chgData name="LAVANYA SINGH" userId="be9e0eaacd5033b1" providerId="LiveId" clId="{C313BEC5-BB04-4F2C-9796-79F4CA05FC3E}" dt="2023-12-09T19:51:00.555" v="5956" actId="26606"/>
          <ac:spMkLst>
            <pc:docMk/>
            <pc:sldMk cId="3676739490" sldId="260"/>
            <ac:spMk id="98" creationId="{E28FED82-D03F-DA01-ADB9-025874346D99}"/>
          </ac:spMkLst>
        </pc:spChg>
        <pc:spChg chg="add del mod replId">
          <ac:chgData name="LAVANYA SINGH" userId="be9e0eaacd5033b1" providerId="LiveId" clId="{C313BEC5-BB04-4F2C-9796-79F4CA05FC3E}" dt="2023-12-09T19:51:00.555" v="5956" actId="26606"/>
          <ac:spMkLst>
            <pc:docMk/>
            <pc:sldMk cId="3676739490" sldId="260"/>
            <ac:spMk id="99" creationId="{48133FD1-62C2-5163-6B0C-2408501BED39}"/>
          </ac:spMkLst>
        </pc:spChg>
        <pc:grpChg chg="add del">
          <ac:chgData name="LAVANYA SINGH" userId="be9e0eaacd5033b1" providerId="LiveId" clId="{C313BEC5-BB04-4F2C-9796-79F4CA05FC3E}" dt="2023-10-25T16:35:45.717" v="3024"/>
          <ac:grpSpMkLst>
            <pc:docMk/>
            <pc:sldMk cId="3676739490" sldId="260"/>
            <ac:grpSpMk id="12" creationId="{04542298-A2B1-480F-A11C-A40EDD19B857}"/>
          </ac:grpSpMkLst>
        </pc:grpChg>
        <pc:grpChg chg="add del">
          <ac:chgData name="LAVANYA SINGH" userId="be9e0eaacd5033b1" providerId="LiveId" clId="{C313BEC5-BB04-4F2C-9796-79F4CA05FC3E}" dt="2023-10-25T16:35:45.717" v="3024"/>
          <ac:grpSpMkLst>
            <pc:docMk/>
            <pc:sldMk cId="3676739490" sldId="260"/>
            <ac:grpSpMk id="18" creationId="{2A5C9C35-2375-49EB-B99C-17C87D42FE7C}"/>
          </ac:grpSpMkLst>
        </pc:grpChg>
        <pc:cxnChg chg="add del mod">
          <ac:chgData name="LAVANYA SINGH" userId="be9e0eaacd5033b1" providerId="LiveId" clId="{C313BEC5-BB04-4F2C-9796-79F4CA05FC3E}" dt="2023-12-09T19:54:32.503" v="5993" actId="478"/>
          <ac:cxnSpMkLst>
            <pc:docMk/>
            <pc:sldMk cId="3676739490" sldId="260"/>
            <ac:cxnSpMk id="17" creationId="{C7CF89E7-E252-33D3-431E-830E392B481D}"/>
          </ac:cxnSpMkLst>
        </pc:cxnChg>
        <pc:cxnChg chg="add del mod">
          <ac:chgData name="LAVANYA SINGH" userId="be9e0eaacd5033b1" providerId="LiveId" clId="{C313BEC5-BB04-4F2C-9796-79F4CA05FC3E}" dt="2023-12-03T02:09:35.340" v="5545" actId="478"/>
          <ac:cxnSpMkLst>
            <pc:docMk/>
            <pc:sldMk cId="3676739490" sldId="260"/>
            <ac:cxnSpMk id="19" creationId="{355C5A86-132A-124D-40BF-7472C8EA1DD9}"/>
          </ac:cxnSpMkLst>
        </pc:cxnChg>
        <pc:cxnChg chg="add del mod">
          <ac:chgData name="LAVANYA SINGH" userId="be9e0eaacd5033b1" providerId="LiveId" clId="{C313BEC5-BB04-4F2C-9796-79F4CA05FC3E}" dt="2023-12-09T19:54:50.880" v="5997" actId="478"/>
          <ac:cxnSpMkLst>
            <pc:docMk/>
            <pc:sldMk cId="3676739490" sldId="260"/>
            <ac:cxnSpMk id="23" creationId="{D033CA25-C917-7D5B-82DD-4708AC25EBE6}"/>
          </ac:cxnSpMkLst>
        </pc:cxnChg>
        <pc:cxnChg chg="add del mod">
          <ac:chgData name="LAVANYA SINGH" userId="be9e0eaacd5033b1" providerId="LiveId" clId="{C313BEC5-BB04-4F2C-9796-79F4CA05FC3E}" dt="2023-12-09T19:54:35.894" v="5994" actId="478"/>
          <ac:cxnSpMkLst>
            <pc:docMk/>
            <pc:sldMk cId="3676739490" sldId="260"/>
            <ac:cxnSpMk id="26" creationId="{093015D0-5B34-98D9-D573-A34CAB617258}"/>
          </ac:cxnSpMkLst>
        </pc:cxnChg>
        <pc:cxnChg chg="add del mod">
          <ac:chgData name="LAVANYA SINGH" userId="be9e0eaacd5033b1" providerId="LiveId" clId="{C313BEC5-BB04-4F2C-9796-79F4CA05FC3E}" dt="2023-12-03T01:21:21.591" v="5288" actId="478"/>
          <ac:cxnSpMkLst>
            <pc:docMk/>
            <pc:sldMk cId="3676739490" sldId="260"/>
            <ac:cxnSpMk id="28" creationId="{8988B689-A9A6-985A-4C6D-E9DE715E3F26}"/>
          </ac:cxnSpMkLst>
        </pc:cxnChg>
        <pc:cxnChg chg="add del mod">
          <ac:chgData name="LAVANYA SINGH" userId="be9e0eaacd5033b1" providerId="LiveId" clId="{C313BEC5-BB04-4F2C-9796-79F4CA05FC3E}" dt="2023-12-03T01:23:02.189" v="5338" actId="478"/>
          <ac:cxnSpMkLst>
            <pc:docMk/>
            <pc:sldMk cId="3676739490" sldId="260"/>
            <ac:cxnSpMk id="34" creationId="{D7CF545E-3323-D3D9-86CC-92CF61C6B5DB}"/>
          </ac:cxnSpMkLst>
        </pc:cxnChg>
        <pc:cxnChg chg="add del mod">
          <ac:chgData name="LAVANYA SINGH" userId="be9e0eaacd5033b1" providerId="LiveId" clId="{C313BEC5-BB04-4F2C-9796-79F4CA05FC3E}" dt="2023-12-09T19:54:58.224" v="5999" actId="478"/>
          <ac:cxnSpMkLst>
            <pc:docMk/>
            <pc:sldMk cId="3676739490" sldId="260"/>
            <ac:cxnSpMk id="41" creationId="{8604A846-2EBB-10BD-52FF-470836A99638}"/>
          </ac:cxnSpMkLst>
        </pc:cxnChg>
        <pc:cxnChg chg="add del mod">
          <ac:chgData name="LAVANYA SINGH" userId="be9e0eaacd5033b1" providerId="LiveId" clId="{C313BEC5-BB04-4F2C-9796-79F4CA05FC3E}" dt="2023-12-09T19:54:54.439" v="5998" actId="478"/>
          <ac:cxnSpMkLst>
            <pc:docMk/>
            <pc:sldMk cId="3676739490" sldId="260"/>
            <ac:cxnSpMk id="43" creationId="{27B51B2B-01A7-954D-84C6-FE966EC8A168}"/>
          </ac:cxnSpMkLst>
        </pc:cxnChg>
        <pc:cxnChg chg="add del mod">
          <ac:chgData name="LAVANYA SINGH" userId="be9e0eaacd5033b1" providerId="LiveId" clId="{C313BEC5-BB04-4F2C-9796-79F4CA05FC3E}" dt="2023-12-03T01:21:39.398" v="5293" actId="478"/>
          <ac:cxnSpMkLst>
            <pc:docMk/>
            <pc:sldMk cId="3676739490" sldId="260"/>
            <ac:cxnSpMk id="44" creationId="{CF88A302-4B2F-4A4C-4AA8-822040E460CB}"/>
          </ac:cxnSpMkLst>
        </pc:cxnChg>
        <pc:cxnChg chg="add del mod">
          <ac:chgData name="LAVANYA SINGH" userId="be9e0eaacd5033b1" providerId="LiveId" clId="{C313BEC5-BB04-4F2C-9796-79F4CA05FC3E}" dt="2023-12-03T01:22:15.317" v="5300" actId="478"/>
          <ac:cxnSpMkLst>
            <pc:docMk/>
            <pc:sldMk cId="3676739490" sldId="260"/>
            <ac:cxnSpMk id="46" creationId="{0319E988-A9BC-ED96-416A-D799C5CCBBA3}"/>
          </ac:cxnSpMkLst>
        </pc:cxnChg>
        <pc:cxnChg chg="add del mod">
          <ac:chgData name="LAVANYA SINGH" userId="be9e0eaacd5033b1" providerId="LiveId" clId="{C313BEC5-BB04-4F2C-9796-79F4CA05FC3E}" dt="2023-12-09T19:55:28.150" v="6006" actId="478"/>
          <ac:cxnSpMkLst>
            <pc:docMk/>
            <pc:sldMk cId="3676739490" sldId="260"/>
            <ac:cxnSpMk id="48" creationId="{050BCE2A-B165-74EB-3892-1A49B5D6E97C}"/>
          </ac:cxnSpMkLst>
        </pc:cxnChg>
        <pc:cxnChg chg="add del mod">
          <ac:chgData name="LAVANYA SINGH" userId="be9e0eaacd5033b1" providerId="LiveId" clId="{C313BEC5-BB04-4F2C-9796-79F4CA05FC3E}" dt="2023-12-09T19:55:25.443" v="6005" actId="478"/>
          <ac:cxnSpMkLst>
            <pc:docMk/>
            <pc:sldMk cId="3676739490" sldId="260"/>
            <ac:cxnSpMk id="51" creationId="{6CB0A9F9-CDB0-17D8-3DC9-528F916353F5}"/>
          </ac:cxnSpMkLst>
        </pc:cxnChg>
        <pc:cxnChg chg="add del">
          <ac:chgData name="LAVANYA SINGH" userId="be9e0eaacd5033b1" providerId="LiveId" clId="{C313BEC5-BB04-4F2C-9796-79F4CA05FC3E}" dt="2023-12-03T01:19:28.289" v="5276" actId="26606"/>
          <ac:cxnSpMkLst>
            <pc:docMk/>
            <pc:sldMk cId="3676739490" sldId="260"/>
            <ac:cxnSpMk id="53" creationId="{06DA680F-F6AC-453E-A8BF-C5BDED2851DE}"/>
          </ac:cxnSpMkLst>
        </pc:cxnChg>
        <pc:cxnChg chg="add del mod">
          <ac:chgData name="LAVANYA SINGH" userId="be9e0eaacd5033b1" providerId="LiveId" clId="{C313BEC5-BB04-4F2C-9796-79F4CA05FC3E}" dt="2023-12-09T19:54:18.313" v="5990" actId="478"/>
          <ac:cxnSpMkLst>
            <pc:docMk/>
            <pc:sldMk cId="3676739490" sldId="260"/>
            <ac:cxnSpMk id="86" creationId="{B3507F87-EAFB-0923-E9D8-9F42DBAD506F}"/>
          </ac:cxnSpMkLst>
        </pc:cxnChg>
        <pc:cxnChg chg="add del mod replId">
          <ac:chgData name="LAVANYA SINGH" userId="be9e0eaacd5033b1" providerId="LiveId" clId="{C313BEC5-BB04-4F2C-9796-79F4CA05FC3E}" dt="2023-12-09T19:51:00.555" v="5956" actId="26606"/>
          <ac:cxnSpMkLst>
            <pc:docMk/>
            <pc:sldMk cId="3676739490" sldId="260"/>
            <ac:cxnSpMk id="95" creationId="{2B399076-FE00-944B-9A53-F62D13864332}"/>
          </ac:cxnSpMkLst>
        </pc:cxnChg>
        <pc:cxnChg chg="add del mod replId">
          <ac:chgData name="LAVANYA SINGH" userId="be9e0eaacd5033b1" providerId="LiveId" clId="{C313BEC5-BB04-4F2C-9796-79F4CA05FC3E}" dt="2023-12-09T19:51:00.555" v="5956" actId="26606"/>
          <ac:cxnSpMkLst>
            <pc:docMk/>
            <pc:sldMk cId="3676739490" sldId="260"/>
            <ac:cxnSpMk id="97" creationId="{84238C7E-D805-8F42-D916-1986616F8EBA}"/>
          </ac:cxnSpMkLst>
        </pc:cxnChg>
        <pc:cxnChg chg="add del mod replId">
          <ac:chgData name="LAVANYA SINGH" userId="be9e0eaacd5033b1" providerId="LiveId" clId="{C313BEC5-BB04-4F2C-9796-79F4CA05FC3E}" dt="2023-12-09T19:51:00.555" v="5956" actId="26606"/>
          <ac:cxnSpMkLst>
            <pc:docMk/>
            <pc:sldMk cId="3676739490" sldId="260"/>
            <ac:cxnSpMk id="100" creationId="{9029BF21-DC08-A1AD-93C0-DF78850C61B0}"/>
          </ac:cxnSpMkLst>
        </pc:cxnChg>
        <pc:cxnChg chg="add del mod replId">
          <ac:chgData name="LAVANYA SINGH" userId="be9e0eaacd5033b1" providerId="LiveId" clId="{C313BEC5-BB04-4F2C-9796-79F4CA05FC3E}" dt="2023-12-09T19:51:00.555" v="5956" actId="26606"/>
          <ac:cxnSpMkLst>
            <pc:docMk/>
            <pc:sldMk cId="3676739490" sldId="260"/>
            <ac:cxnSpMk id="101" creationId="{F5A11F11-4CFD-2072-A4EE-F3EDF793D195}"/>
          </ac:cxnSpMkLst>
        </pc:cxnChg>
        <pc:cxnChg chg="add del mod replId">
          <ac:chgData name="LAVANYA SINGH" userId="be9e0eaacd5033b1" providerId="LiveId" clId="{C313BEC5-BB04-4F2C-9796-79F4CA05FC3E}" dt="2023-12-09T19:51:00.555" v="5956" actId="26606"/>
          <ac:cxnSpMkLst>
            <pc:docMk/>
            <pc:sldMk cId="3676739490" sldId="260"/>
            <ac:cxnSpMk id="102" creationId="{F6861719-C283-C35A-0FDE-18DAB8EF5C6A}"/>
          </ac:cxnSpMkLst>
        </pc:cxnChg>
        <pc:cxnChg chg="add del mod replId">
          <ac:chgData name="LAVANYA SINGH" userId="be9e0eaacd5033b1" providerId="LiveId" clId="{C313BEC5-BB04-4F2C-9796-79F4CA05FC3E}" dt="2023-12-09T19:51:00.555" v="5956" actId="26606"/>
          <ac:cxnSpMkLst>
            <pc:docMk/>
            <pc:sldMk cId="3676739490" sldId="260"/>
            <ac:cxnSpMk id="103" creationId="{B371EE5E-25F6-C989-A94E-9FB5B9751FF3}"/>
          </ac:cxnSpMkLst>
        </pc:cxnChg>
        <pc:cxnChg chg="add del mod replId">
          <ac:chgData name="LAVANYA SINGH" userId="be9e0eaacd5033b1" providerId="LiveId" clId="{C313BEC5-BB04-4F2C-9796-79F4CA05FC3E}" dt="2023-12-09T19:51:00.555" v="5956" actId="26606"/>
          <ac:cxnSpMkLst>
            <pc:docMk/>
            <pc:sldMk cId="3676739490" sldId="260"/>
            <ac:cxnSpMk id="104" creationId="{44ABF779-707D-89FE-8154-B0F77888AC34}"/>
          </ac:cxnSpMkLst>
        </pc:cxnChg>
        <pc:cxnChg chg="add del mod replId">
          <ac:chgData name="LAVANYA SINGH" userId="be9e0eaacd5033b1" providerId="LiveId" clId="{C313BEC5-BB04-4F2C-9796-79F4CA05FC3E}" dt="2023-12-09T19:51:00.555" v="5956" actId="26606"/>
          <ac:cxnSpMkLst>
            <pc:docMk/>
            <pc:sldMk cId="3676739490" sldId="260"/>
            <ac:cxnSpMk id="105" creationId="{FD1FB2AE-3B97-8A21-35AC-C4A5B31A0653}"/>
          </ac:cxnSpMkLst>
        </pc:cxnChg>
      </pc:sldChg>
      <pc:sldChg chg="addSp delSp modSp mod setBg addAnim modAnim delDesignElem">
        <pc:chgData name="LAVANYA SINGH" userId="be9e0eaacd5033b1" providerId="LiveId" clId="{C313BEC5-BB04-4F2C-9796-79F4CA05FC3E}" dt="2023-12-11T21:56:56.989" v="8369" actId="1076"/>
        <pc:sldMkLst>
          <pc:docMk/>
          <pc:sldMk cId="2174923478" sldId="261"/>
        </pc:sldMkLst>
        <pc:spChg chg="mod ord">
          <ac:chgData name="LAVANYA SINGH" userId="be9e0eaacd5033b1" providerId="LiveId" clId="{C313BEC5-BB04-4F2C-9796-79F4CA05FC3E}" dt="2023-12-11T21:56:53.734" v="8368" actId="1076"/>
          <ac:spMkLst>
            <pc:docMk/>
            <pc:sldMk cId="2174923478" sldId="261"/>
            <ac:spMk id="2" creationId="{6C83FC51-FD01-6999-DD3A-3199181135BF}"/>
          </ac:spMkLst>
        </pc:spChg>
        <pc:spChg chg="add del mod">
          <ac:chgData name="LAVANYA SINGH" userId="be9e0eaacd5033b1" providerId="LiveId" clId="{C313BEC5-BB04-4F2C-9796-79F4CA05FC3E}" dt="2023-10-25T17:47:28.327" v="4415" actId="26606"/>
          <ac:spMkLst>
            <pc:docMk/>
            <pc:sldMk cId="2174923478" sldId="261"/>
            <ac:spMk id="3" creationId="{8086556F-1F49-0FE5-F33E-6AF8E6F17B4C}"/>
          </ac:spMkLst>
        </pc:spChg>
        <pc:spChg chg="add del">
          <ac:chgData name="LAVANYA SINGH" userId="be9e0eaacd5033b1" providerId="LiveId" clId="{C313BEC5-BB04-4F2C-9796-79F4CA05FC3E}" dt="2023-10-25T16:35:45.717" v="3024"/>
          <ac:spMkLst>
            <pc:docMk/>
            <pc:sldMk cId="2174923478" sldId="261"/>
            <ac:spMk id="8" creationId="{D038248A-211C-4EEC-8401-C761B929FB52}"/>
          </ac:spMkLst>
        </pc:spChg>
        <pc:spChg chg="add del">
          <ac:chgData name="LAVANYA SINGH" userId="be9e0eaacd5033b1" providerId="LiveId" clId="{C313BEC5-BB04-4F2C-9796-79F4CA05FC3E}" dt="2023-10-25T17:46:24.151" v="4410" actId="26606"/>
          <ac:spMkLst>
            <pc:docMk/>
            <pc:sldMk cId="2174923478" sldId="261"/>
            <ac:spMk id="9" creationId="{E32D3FD4-6F71-43DF-93B9-87279519C618}"/>
          </ac:spMkLst>
        </pc:spChg>
        <pc:spChg chg="add del">
          <ac:chgData name="LAVANYA SINGH" userId="be9e0eaacd5033b1" providerId="LiveId" clId="{C313BEC5-BB04-4F2C-9796-79F4CA05FC3E}" dt="2023-10-25T16:35:45.717" v="3024"/>
          <ac:spMkLst>
            <pc:docMk/>
            <pc:sldMk cId="2174923478" sldId="261"/>
            <ac:spMk id="10" creationId="{C30A849F-66D9-40C8-BEC8-35AFF8F4568F}"/>
          </ac:spMkLst>
        </pc:spChg>
        <pc:spChg chg="add del">
          <ac:chgData name="LAVANYA SINGH" userId="be9e0eaacd5033b1" providerId="LiveId" clId="{C313BEC5-BB04-4F2C-9796-79F4CA05FC3E}" dt="2023-10-25T17:46:24.151" v="4410" actId="26606"/>
          <ac:spMkLst>
            <pc:docMk/>
            <pc:sldMk cId="2174923478" sldId="261"/>
            <ac:spMk id="11" creationId="{36F207B4-66C3-4A76-8D54-C2871CF80983}"/>
          </ac:spMkLst>
        </pc:spChg>
        <pc:spChg chg="add del">
          <ac:chgData name="LAVANYA SINGH" userId="be9e0eaacd5033b1" providerId="LiveId" clId="{C313BEC5-BB04-4F2C-9796-79F4CA05FC3E}" dt="2023-10-25T17:48:09.248" v="4419" actId="26606"/>
          <ac:spMkLst>
            <pc:docMk/>
            <pc:sldMk cId="2174923478" sldId="261"/>
            <ac:spMk id="15" creationId="{1E299956-A9E7-4FC1-A0B1-D590CA9730E8}"/>
          </ac:spMkLst>
        </pc:spChg>
        <pc:spChg chg="add del">
          <ac:chgData name="LAVANYA SINGH" userId="be9e0eaacd5033b1" providerId="LiveId" clId="{C313BEC5-BB04-4F2C-9796-79F4CA05FC3E}" dt="2023-10-25T17:48:09.248" v="4419" actId="26606"/>
          <ac:spMkLst>
            <pc:docMk/>
            <pc:sldMk cId="2174923478" sldId="261"/>
            <ac:spMk id="16" creationId="{284B70D5-875B-433D-BDBD-1522A85D6C1D}"/>
          </ac:spMkLst>
        </pc:spChg>
        <pc:spChg chg="add del">
          <ac:chgData name="LAVANYA SINGH" userId="be9e0eaacd5033b1" providerId="LiveId" clId="{C313BEC5-BB04-4F2C-9796-79F4CA05FC3E}" dt="2023-10-25T17:48:09.248" v="4419" actId="26606"/>
          <ac:spMkLst>
            <pc:docMk/>
            <pc:sldMk cId="2174923478" sldId="261"/>
            <ac:spMk id="17" creationId="{17FC539C-B783-4B03-9F9E-D13430F3F64F}"/>
          </ac:spMkLst>
        </pc:spChg>
        <pc:spChg chg="add mod ord">
          <ac:chgData name="LAVANYA SINGH" userId="be9e0eaacd5033b1" providerId="LiveId" clId="{C313BEC5-BB04-4F2C-9796-79F4CA05FC3E}" dt="2023-12-11T21:56:56.989" v="8369" actId="1076"/>
          <ac:spMkLst>
            <pc:docMk/>
            <pc:sldMk cId="2174923478" sldId="261"/>
            <ac:spMk id="20" creationId="{8086556F-1F49-0FE5-F33E-6AF8E6F17B4C}"/>
          </ac:spMkLst>
        </pc:spChg>
        <pc:spChg chg="add del">
          <ac:chgData name="LAVANYA SINGH" userId="be9e0eaacd5033b1" providerId="LiveId" clId="{C313BEC5-BB04-4F2C-9796-79F4CA05FC3E}" dt="2023-12-02T20:49:28.190" v="4927" actId="26606"/>
          <ac:spMkLst>
            <pc:docMk/>
            <pc:sldMk cId="2174923478" sldId="261"/>
            <ac:spMk id="25" creationId="{5CF81D86-BDBA-477C-B7DD-8D359BB9965B}"/>
          </ac:spMkLst>
        </pc:spChg>
        <pc:spChg chg="add del">
          <ac:chgData name="LAVANYA SINGH" userId="be9e0eaacd5033b1" providerId="LiveId" clId="{C313BEC5-BB04-4F2C-9796-79F4CA05FC3E}" dt="2023-12-02T20:49:28.190" v="4927" actId="26606"/>
          <ac:spMkLst>
            <pc:docMk/>
            <pc:sldMk cId="2174923478" sldId="261"/>
            <ac:spMk id="29" creationId="{88AA064E-5F6E-4024-BC28-EDDC3DFC70E1}"/>
          </ac:spMkLst>
        </pc:spChg>
        <pc:spChg chg="add del">
          <ac:chgData name="LAVANYA SINGH" userId="be9e0eaacd5033b1" providerId="LiveId" clId="{C313BEC5-BB04-4F2C-9796-79F4CA05FC3E}" dt="2023-12-02T20:49:28.190" v="4927" actId="26606"/>
          <ac:spMkLst>
            <pc:docMk/>
            <pc:sldMk cId="2174923478" sldId="261"/>
            <ac:spMk id="31" creationId="{03B29638-4838-4B9B-B9DB-96E542BAF3E6}"/>
          </ac:spMkLst>
        </pc:spChg>
        <pc:spChg chg="add">
          <ac:chgData name="LAVANYA SINGH" userId="be9e0eaacd5033b1" providerId="LiveId" clId="{C313BEC5-BB04-4F2C-9796-79F4CA05FC3E}" dt="2023-12-02T20:49:28.190" v="4927" actId="26606"/>
          <ac:spMkLst>
            <pc:docMk/>
            <pc:sldMk cId="2174923478" sldId="261"/>
            <ac:spMk id="36" creationId="{739ED4B0-07D7-492B-AAD1-7BA3037D7DA4}"/>
          </ac:spMkLst>
        </pc:spChg>
        <pc:spChg chg="add">
          <ac:chgData name="LAVANYA SINGH" userId="be9e0eaacd5033b1" providerId="LiveId" clId="{C313BEC5-BB04-4F2C-9796-79F4CA05FC3E}" dt="2023-12-02T20:49:28.190" v="4927" actId="26606"/>
          <ac:spMkLst>
            <pc:docMk/>
            <pc:sldMk cId="2174923478" sldId="261"/>
            <ac:spMk id="38" creationId="{C886BFA9-1A18-4956-9210-4C9833FF600D}"/>
          </ac:spMkLst>
        </pc:spChg>
        <pc:spChg chg="add">
          <ac:chgData name="LAVANYA SINGH" userId="be9e0eaacd5033b1" providerId="LiveId" clId="{C313BEC5-BB04-4F2C-9796-79F4CA05FC3E}" dt="2023-12-02T20:49:28.190" v="4927" actId="26606"/>
          <ac:spMkLst>
            <pc:docMk/>
            <pc:sldMk cId="2174923478" sldId="261"/>
            <ac:spMk id="40" creationId="{D3D398E9-CBC4-4AEE-A93E-C1F4A1B84762}"/>
          </ac:spMkLst>
        </pc:spChg>
        <pc:grpChg chg="add del">
          <ac:chgData name="LAVANYA SINGH" userId="be9e0eaacd5033b1" providerId="LiveId" clId="{C313BEC5-BB04-4F2C-9796-79F4CA05FC3E}" dt="2023-10-25T16:35:45.717" v="3024"/>
          <ac:grpSpMkLst>
            <pc:docMk/>
            <pc:sldMk cId="2174923478" sldId="261"/>
            <ac:grpSpMk id="12" creationId="{04542298-A2B1-480F-A11C-A40EDD19B857}"/>
          </ac:grpSpMkLst>
        </pc:grpChg>
        <pc:grpChg chg="add del">
          <ac:chgData name="LAVANYA SINGH" userId="be9e0eaacd5033b1" providerId="LiveId" clId="{C313BEC5-BB04-4F2C-9796-79F4CA05FC3E}" dt="2023-10-25T16:35:45.717" v="3024"/>
          <ac:grpSpMkLst>
            <pc:docMk/>
            <pc:sldMk cId="2174923478" sldId="261"/>
            <ac:grpSpMk id="18" creationId="{2A5C9C35-2375-49EB-B99C-17C87D42FE7C}"/>
          </ac:grpSpMkLst>
        </pc:grpChg>
        <pc:graphicFrameChg chg="add del mod">
          <ac:chgData name="LAVANYA SINGH" userId="be9e0eaacd5033b1" providerId="LiveId" clId="{C313BEC5-BB04-4F2C-9796-79F4CA05FC3E}" dt="2023-10-25T17:45:42.473" v="4405" actId="26606"/>
          <ac:graphicFrameMkLst>
            <pc:docMk/>
            <pc:sldMk cId="2174923478" sldId="261"/>
            <ac:graphicFrameMk id="5" creationId="{76030E2C-B554-B43A-AA6B-CAF030FED6A4}"/>
          </ac:graphicFrameMkLst>
        </pc:graphicFrameChg>
        <pc:graphicFrameChg chg="add del">
          <ac:chgData name="LAVANYA SINGH" userId="be9e0eaacd5033b1" providerId="LiveId" clId="{C313BEC5-BB04-4F2C-9796-79F4CA05FC3E}" dt="2023-10-25T17:47:28.313" v="4414" actId="26606"/>
          <ac:graphicFrameMkLst>
            <pc:docMk/>
            <pc:sldMk cId="2174923478" sldId="261"/>
            <ac:graphicFrameMk id="13" creationId="{0AC66BF4-306D-AEDC-867C-A560A31DF79E}"/>
          </ac:graphicFrameMkLst>
        </pc:graphicFrameChg>
        <pc:picChg chg="add mod ord">
          <ac:chgData name="LAVANYA SINGH" userId="be9e0eaacd5033b1" providerId="LiveId" clId="{C313BEC5-BB04-4F2C-9796-79F4CA05FC3E}" dt="2023-12-02T20:49:28.190" v="4927" actId="26606"/>
          <ac:picMkLst>
            <pc:docMk/>
            <pc:sldMk cId="2174923478" sldId="261"/>
            <ac:picMk id="6" creationId="{0C2B2FB2-328D-1250-F734-CB2D42979186}"/>
          </ac:picMkLst>
        </pc:picChg>
        <pc:cxnChg chg="add del">
          <ac:chgData name="LAVANYA SINGH" userId="be9e0eaacd5033b1" providerId="LiveId" clId="{C313BEC5-BB04-4F2C-9796-79F4CA05FC3E}" dt="2023-10-25T17:48:09.248" v="4419" actId="26606"/>
          <ac:cxnSpMkLst>
            <pc:docMk/>
            <pc:sldMk cId="2174923478" sldId="261"/>
            <ac:cxnSpMk id="19" creationId="{C947DF4A-614C-4B4C-8B80-E5B9D8E8CFED}"/>
          </ac:cxnSpMkLst>
        </pc:cxnChg>
        <pc:cxnChg chg="add del">
          <ac:chgData name="LAVANYA SINGH" userId="be9e0eaacd5033b1" providerId="LiveId" clId="{C313BEC5-BB04-4F2C-9796-79F4CA05FC3E}" dt="2023-12-02T20:49:28.190" v="4927" actId="26606"/>
          <ac:cxnSpMkLst>
            <pc:docMk/>
            <pc:sldMk cId="2174923478" sldId="261"/>
            <ac:cxnSpMk id="27" creationId="{C65F3E9C-EF11-4F8F-A621-399C7A3E6401}"/>
          </ac:cxnSpMkLst>
        </pc:cxnChg>
      </pc:sldChg>
      <pc:sldChg chg="addSp delSp modSp new mod setBg setClrOvrMap">
        <pc:chgData name="LAVANYA SINGH" userId="be9e0eaacd5033b1" providerId="LiveId" clId="{C313BEC5-BB04-4F2C-9796-79F4CA05FC3E}" dt="2023-12-09T23:35:18.799" v="7359" actId="26606"/>
        <pc:sldMkLst>
          <pc:docMk/>
          <pc:sldMk cId="1226969761" sldId="262"/>
        </pc:sldMkLst>
        <pc:spChg chg="add">
          <ac:chgData name="LAVANYA SINGH" userId="be9e0eaacd5033b1" providerId="LiveId" clId="{C313BEC5-BB04-4F2C-9796-79F4CA05FC3E}" dt="2023-12-09T23:35:18.799" v="7359" actId="26606"/>
          <ac:spMkLst>
            <pc:docMk/>
            <pc:sldMk cId="1226969761" sldId="262"/>
            <ac:spMk id="2" creationId="{75B93DD3-48E2-5948-C949-9C1D2F28F127}"/>
          </ac:spMkLst>
        </pc:spChg>
        <pc:spChg chg="add">
          <ac:chgData name="LAVANYA SINGH" userId="be9e0eaacd5033b1" providerId="LiveId" clId="{C313BEC5-BB04-4F2C-9796-79F4CA05FC3E}" dt="2023-12-09T23:35:18.799" v="7359" actId="26606"/>
          <ac:spMkLst>
            <pc:docMk/>
            <pc:sldMk cId="1226969761" sldId="262"/>
            <ac:spMk id="3" creationId="{7EDC96A3-6656-716B-2AD8-81C25E8CF3D2}"/>
          </ac:spMkLst>
        </pc:spChg>
        <pc:spChg chg="add del">
          <ac:chgData name="LAVANYA SINGH" userId="be9e0eaacd5033b1" providerId="LiveId" clId="{C313BEC5-BB04-4F2C-9796-79F4CA05FC3E}" dt="2023-10-25T17:50:37.191" v="4462" actId="26606"/>
          <ac:spMkLst>
            <pc:docMk/>
            <pc:sldMk cId="1226969761" sldId="262"/>
            <ac:spMk id="9" creationId="{311973C2-EB8B-452A-A698-4A252FD3AE28}"/>
          </ac:spMkLst>
        </pc:spChg>
        <pc:spChg chg="add del">
          <ac:chgData name="LAVANYA SINGH" userId="be9e0eaacd5033b1" providerId="LiveId" clId="{C313BEC5-BB04-4F2C-9796-79F4CA05FC3E}" dt="2023-10-25T17:50:37.191" v="4462" actId="26606"/>
          <ac:spMkLst>
            <pc:docMk/>
            <pc:sldMk cId="1226969761" sldId="262"/>
            <ac:spMk id="11" creationId="{10162E77-11AD-44A7-84EC-40C59EEFBD2E}"/>
          </ac:spMkLst>
        </pc:spChg>
        <pc:spChg chg="add del">
          <ac:chgData name="LAVANYA SINGH" userId="be9e0eaacd5033b1" providerId="LiveId" clId="{C313BEC5-BB04-4F2C-9796-79F4CA05FC3E}" dt="2023-10-25T17:50:46.850" v="4464" actId="26606"/>
          <ac:spMkLst>
            <pc:docMk/>
            <pc:sldMk cId="1226969761" sldId="262"/>
            <ac:spMk id="16" creationId="{F4C359F3-25B2-4E2B-8713-5583EAF4C18E}"/>
          </ac:spMkLst>
        </pc:spChg>
        <pc:spChg chg="add del">
          <ac:chgData name="LAVANYA SINGH" userId="be9e0eaacd5033b1" providerId="LiveId" clId="{C313BEC5-BB04-4F2C-9796-79F4CA05FC3E}" dt="2023-10-25T17:50:46.850" v="4464" actId="26606"/>
          <ac:spMkLst>
            <pc:docMk/>
            <pc:sldMk cId="1226969761" sldId="262"/>
            <ac:spMk id="17" creationId="{B026EB53-A064-438C-B0CD-AC1503631ACC}"/>
          </ac:spMkLst>
        </pc:spChg>
        <pc:spChg chg="add del">
          <ac:chgData name="LAVANYA SINGH" userId="be9e0eaacd5033b1" providerId="LiveId" clId="{C313BEC5-BB04-4F2C-9796-79F4CA05FC3E}" dt="2023-12-02T20:45:18.876" v="4883" actId="26606"/>
          <ac:spMkLst>
            <pc:docMk/>
            <pc:sldMk cId="1226969761" sldId="262"/>
            <ac:spMk id="19" creationId="{E32D3FD4-6F71-43DF-93B9-87279519C618}"/>
          </ac:spMkLst>
        </pc:spChg>
        <pc:spChg chg="add del">
          <ac:chgData name="LAVANYA SINGH" userId="be9e0eaacd5033b1" providerId="LiveId" clId="{C313BEC5-BB04-4F2C-9796-79F4CA05FC3E}" dt="2023-12-02T20:45:18.876" v="4883" actId="26606"/>
          <ac:spMkLst>
            <pc:docMk/>
            <pc:sldMk cId="1226969761" sldId="262"/>
            <ac:spMk id="20" creationId="{36F207B4-66C3-4A76-8D54-C2871CF80983}"/>
          </ac:spMkLst>
        </pc:spChg>
        <pc:spChg chg="add del">
          <ac:chgData name="LAVANYA SINGH" userId="be9e0eaacd5033b1" providerId="LiveId" clId="{C313BEC5-BB04-4F2C-9796-79F4CA05FC3E}" dt="2023-12-09T23:35:18.799" v="7359" actId="26606"/>
          <ac:spMkLst>
            <pc:docMk/>
            <pc:sldMk cId="1226969761" sldId="262"/>
            <ac:spMk id="28" creationId="{C609E9FA-BDDE-45C4-8F5E-974D4208D2EA}"/>
          </ac:spMkLst>
        </pc:spChg>
        <pc:spChg chg="add del">
          <ac:chgData name="LAVANYA SINGH" userId="be9e0eaacd5033b1" providerId="LiveId" clId="{C313BEC5-BB04-4F2C-9796-79F4CA05FC3E}" dt="2023-12-09T23:35:18.799" v="7359" actId="26606"/>
          <ac:spMkLst>
            <pc:docMk/>
            <pc:sldMk cId="1226969761" sldId="262"/>
            <ac:spMk id="30" creationId="{7737E529-E43B-4948-B3C4-7F6B806FCCFD}"/>
          </ac:spMkLst>
        </pc:spChg>
        <pc:spChg chg="del mod replId">
          <ac:chgData name="LAVANYA SINGH" userId="be9e0eaacd5033b1" providerId="LiveId" clId="{C313BEC5-BB04-4F2C-9796-79F4CA05FC3E}" dt="2023-12-09T23:35:18.799" v="7359" actId="26606"/>
          <ac:spMkLst>
            <pc:docMk/>
            <pc:sldMk cId="1226969761" sldId="262"/>
            <ac:spMk id="33" creationId="{8B7E4FA4-E7FE-63C8-7FA4-CEE286D1E97A}"/>
          </ac:spMkLst>
        </pc:spChg>
        <pc:spChg chg="del mod replId">
          <ac:chgData name="LAVANYA SINGH" userId="be9e0eaacd5033b1" providerId="LiveId" clId="{C313BEC5-BB04-4F2C-9796-79F4CA05FC3E}" dt="2023-12-09T23:35:18.799" v="7359" actId="26606"/>
          <ac:spMkLst>
            <pc:docMk/>
            <pc:sldMk cId="1226969761" sldId="262"/>
            <ac:spMk id="34" creationId="{1964DD21-3F55-74B8-44E5-76744FB0BFE3}"/>
          </ac:spMkLst>
        </pc:spChg>
        <pc:spChg chg="add">
          <ac:chgData name="LAVANYA SINGH" userId="be9e0eaacd5033b1" providerId="LiveId" clId="{C313BEC5-BB04-4F2C-9796-79F4CA05FC3E}" dt="2023-12-09T23:35:18.799" v="7359" actId="26606"/>
          <ac:spMkLst>
            <pc:docMk/>
            <pc:sldMk cId="1226969761" sldId="262"/>
            <ac:spMk id="35" creationId="{311973C2-EB8B-452A-A698-4A252FD3AE28}"/>
          </ac:spMkLst>
        </pc:spChg>
        <pc:spChg chg="add">
          <ac:chgData name="LAVANYA SINGH" userId="be9e0eaacd5033b1" providerId="LiveId" clId="{C313BEC5-BB04-4F2C-9796-79F4CA05FC3E}" dt="2023-12-09T23:35:18.799" v="7359" actId="26606"/>
          <ac:spMkLst>
            <pc:docMk/>
            <pc:sldMk cId="1226969761" sldId="262"/>
            <ac:spMk id="37" creationId="{10162E77-11AD-44A7-84EC-40C59EEFBD2E}"/>
          </ac:spMkLst>
        </pc:spChg>
        <pc:picChg chg="add del">
          <ac:chgData name="LAVANYA SINGH" userId="be9e0eaacd5033b1" providerId="LiveId" clId="{C313BEC5-BB04-4F2C-9796-79F4CA05FC3E}" dt="2023-10-25T17:50:37.191" v="4462" actId="26606"/>
          <ac:picMkLst>
            <pc:docMk/>
            <pc:sldMk cId="1226969761" sldId="262"/>
            <ac:picMk id="5" creationId="{BFDDC1C6-A795-0C2D-52E6-99AB5766976A}"/>
          </ac:picMkLst>
        </pc:picChg>
        <pc:picChg chg="add del">
          <ac:chgData name="LAVANYA SINGH" userId="be9e0eaacd5033b1" providerId="LiveId" clId="{C313BEC5-BB04-4F2C-9796-79F4CA05FC3E}" dt="2023-10-25T17:50:46.850" v="4464" actId="26606"/>
          <ac:picMkLst>
            <pc:docMk/>
            <pc:sldMk cId="1226969761" sldId="262"/>
            <ac:picMk id="15" creationId="{E88368CF-E9B4-FFEE-AEFC-BBD6E070AB54}"/>
          </ac:picMkLst>
        </pc:picChg>
        <pc:picChg chg="add">
          <ac:chgData name="LAVANYA SINGH" userId="be9e0eaacd5033b1" providerId="LiveId" clId="{C313BEC5-BB04-4F2C-9796-79F4CA05FC3E}" dt="2023-12-09T23:35:18.799" v="7359" actId="26606"/>
          <ac:picMkLst>
            <pc:docMk/>
            <pc:sldMk cId="1226969761" sldId="262"/>
            <ac:picMk id="21" creationId="{9A5D047D-5D6D-7921-FC27-A0FF6F514809}"/>
          </ac:picMkLst>
        </pc:picChg>
        <pc:picChg chg="add del mod ord replId">
          <ac:chgData name="LAVANYA SINGH" userId="be9e0eaacd5033b1" providerId="LiveId" clId="{C313BEC5-BB04-4F2C-9796-79F4CA05FC3E}" dt="2023-12-09T23:35:18.799" v="7359" actId="26606"/>
          <ac:picMkLst>
            <pc:docMk/>
            <pc:sldMk cId="1226969761" sldId="262"/>
            <ac:picMk id="32" creationId="{3C033A0F-4A44-E4F7-A6C4-2283179F5677}"/>
          </ac:picMkLst>
        </pc:picChg>
        <pc:cxnChg chg="add del">
          <ac:chgData name="LAVANYA SINGH" userId="be9e0eaacd5033b1" providerId="LiveId" clId="{C313BEC5-BB04-4F2C-9796-79F4CA05FC3E}" dt="2023-10-25T17:50:37.191" v="4462" actId="26606"/>
          <ac:cxnSpMkLst>
            <pc:docMk/>
            <pc:sldMk cId="1226969761" sldId="262"/>
            <ac:cxnSpMk id="13" creationId="{5AB158E9-1B40-4CD6-95F0-95CA11DF7B7A}"/>
          </ac:cxnSpMkLst>
        </pc:cxnChg>
        <pc:cxnChg chg="add del">
          <ac:chgData name="LAVANYA SINGH" userId="be9e0eaacd5033b1" providerId="LiveId" clId="{C313BEC5-BB04-4F2C-9796-79F4CA05FC3E}" dt="2023-12-09T23:35:18.799" v="7359" actId="26606"/>
          <ac:cxnSpMkLst>
            <pc:docMk/>
            <pc:sldMk cId="1226969761" sldId="262"/>
            <ac:cxnSpMk id="26" creationId="{45549E29-E797-4A00-B030-3AB01640CFDC}"/>
          </ac:cxnSpMkLst>
        </pc:cxnChg>
        <pc:cxnChg chg="add">
          <ac:chgData name="LAVANYA SINGH" userId="be9e0eaacd5033b1" providerId="LiveId" clId="{C313BEC5-BB04-4F2C-9796-79F4CA05FC3E}" dt="2023-12-09T23:35:18.799" v="7359" actId="26606"/>
          <ac:cxnSpMkLst>
            <pc:docMk/>
            <pc:sldMk cId="1226969761" sldId="262"/>
            <ac:cxnSpMk id="39" creationId="{5AB158E9-1B40-4CD6-95F0-95CA11DF7B7A}"/>
          </ac:cxnSpMkLst>
        </pc:cxnChg>
      </pc:sldChg>
      <pc:sldChg chg="addSp modSp del mod setBg">
        <pc:chgData name="LAVANYA SINGH" userId="be9e0eaacd5033b1" providerId="LiveId" clId="{C313BEC5-BB04-4F2C-9796-79F4CA05FC3E}" dt="2023-10-23T21:26:55.374" v="1376" actId="2696"/>
        <pc:sldMkLst>
          <pc:docMk/>
          <pc:sldMk cId="1886331083" sldId="262"/>
        </pc:sldMkLst>
        <pc:spChg chg="mod">
          <ac:chgData name="LAVANYA SINGH" userId="be9e0eaacd5033b1" providerId="LiveId" clId="{C313BEC5-BB04-4F2C-9796-79F4CA05FC3E}" dt="2023-10-23T00:49:31.021" v="624" actId="26606"/>
          <ac:spMkLst>
            <pc:docMk/>
            <pc:sldMk cId="1886331083" sldId="262"/>
            <ac:spMk id="2" creationId="{412903F4-F3FE-E66C-D6E2-C014482CA632}"/>
          </ac:spMkLst>
        </pc:spChg>
        <pc:spChg chg="mod">
          <ac:chgData name="LAVANYA SINGH" userId="be9e0eaacd5033b1" providerId="LiveId" clId="{C313BEC5-BB04-4F2C-9796-79F4CA05FC3E}" dt="2023-10-23T00:49:31.021" v="624" actId="26606"/>
          <ac:spMkLst>
            <pc:docMk/>
            <pc:sldMk cId="1886331083" sldId="262"/>
            <ac:spMk id="3" creationId="{3E1C2205-8477-8B4F-DB07-62D31FCA8522}"/>
          </ac:spMkLst>
        </pc:spChg>
        <pc:spChg chg="add">
          <ac:chgData name="LAVANYA SINGH" userId="be9e0eaacd5033b1" providerId="LiveId" clId="{C313BEC5-BB04-4F2C-9796-79F4CA05FC3E}" dt="2023-10-23T00:49:31.021" v="624" actId="26606"/>
          <ac:spMkLst>
            <pc:docMk/>
            <pc:sldMk cId="1886331083" sldId="262"/>
            <ac:spMk id="8" creationId="{D038248A-211C-4EEC-8401-C761B929FB52}"/>
          </ac:spMkLst>
        </pc:spChg>
        <pc:spChg chg="add">
          <ac:chgData name="LAVANYA SINGH" userId="be9e0eaacd5033b1" providerId="LiveId" clId="{C313BEC5-BB04-4F2C-9796-79F4CA05FC3E}" dt="2023-10-23T00:49:31.021" v="624" actId="26606"/>
          <ac:spMkLst>
            <pc:docMk/>
            <pc:sldMk cId="1886331083" sldId="262"/>
            <ac:spMk id="10" creationId="{C30A849F-66D9-40C8-BEC8-35AFF8F4568F}"/>
          </ac:spMkLst>
        </pc:spChg>
        <pc:grpChg chg="add">
          <ac:chgData name="LAVANYA SINGH" userId="be9e0eaacd5033b1" providerId="LiveId" clId="{C313BEC5-BB04-4F2C-9796-79F4CA05FC3E}" dt="2023-10-23T00:49:31.021" v="624" actId="26606"/>
          <ac:grpSpMkLst>
            <pc:docMk/>
            <pc:sldMk cId="1886331083" sldId="262"/>
            <ac:grpSpMk id="12" creationId="{04542298-A2B1-480F-A11C-A40EDD19B857}"/>
          </ac:grpSpMkLst>
        </pc:grpChg>
        <pc:grpChg chg="add">
          <ac:chgData name="LAVANYA SINGH" userId="be9e0eaacd5033b1" providerId="LiveId" clId="{C313BEC5-BB04-4F2C-9796-79F4CA05FC3E}" dt="2023-10-23T00:49:31.021" v="624" actId="26606"/>
          <ac:grpSpMkLst>
            <pc:docMk/>
            <pc:sldMk cId="1886331083" sldId="262"/>
            <ac:grpSpMk id="18" creationId="{2A5C9C35-2375-49EB-B99C-17C87D42FE7C}"/>
          </ac:grpSpMkLst>
        </pc:grpChg>
      </pc:sldChg>
      <pc:sldChg chg="addSp delSp modSp new del mod">
        <pc:chgData name="LAVANYA SINGH" userId="be9e0eaacd5033b1" providerId="LiveId" clId="{C313BEC5-BB04-4F2C-9796-79F4CA05FC3E}" dt="2023-12-02T20:10:50.648" v="4824" actId="2696"/>
        <pc:sldMkLst>
          <pc:docMk/>
          <pc:sldMk cId="3910002019" sldId="263"/>
        </pc:sldMkLst>
        <pc:spChg chg="mod">
          <ac:chgData name="LAVANYA SINGH" userId="be9e0eaacd5033b1" providerId="LiveId" clId="{C313BEC5-BB04-4F2C-9796-79F4CA05FC3E}" dt="2023-10-25T17:49:27.971" v="4453" actId="20577"/>
          <ac:spMkLst>
            <pc:docMk/>
            <pc:sldMk cId="3910002019" sldId="263"/>
            <ac:spMk id="2" creationId="{90325CB5-F4FC-F787-89CD-51FECA53DF11}"/>
          </ac:spMkLst>
        </pc:spChg>
        <pc:spChg chg="del mod">
          <ac:chgData name="LAVANYA SINGH" userId="be9e0eaacd5033b1" providerId="LiveId" clId="{C313BEC5-BB04-4F2C-9796-79F4CA05FC3E}" dt="2023-10-25T17:49:11.296" v="4436" actId="26606"/>
          <ac:spMkLst>
            <pc:docMk/>
            <pc:sldMk cId="3910002019" sldId="263"/>
            <ac:spMk id="3" creationId="{95C0F9F8-96B4-3F39-D49E-BD3D836193AC}"/>
          </ac:spMkLst>
        </pc:spChg>
        <pc:graphicFrameChg chg="add mod">
          <ac:chgData name="LAVANYA SINGH" userId="be9e0eaacd5033b1" providerId="LiveId" clId="{C313BEC5-BB04-4F2C-9796-79F4CA05FC3E}" dt="2023-10-25T17:58:17.086" v="4484" actId="20577"/>
          <ac:graphicFrameMkLst>
            <pc:docMk/>
            <pc:sldMk cId="3910002019" sldId="263"/>
            <ac:graphicFrameMk id="5" creationId="{64EEC707-E7C7-901F-9D12-560C8BC709D7}"/>
          </ac:graphicFrameMkLst>
        </pc:graphicFrameChg>
      </pc:sldChg>
      <pc:sldChg chg="addSp delSp modSp new mod setBg">
        <pc:chgData name="LAVANYA SINGH" userId="be9e0eaacd5033b1" providerId="LiveId" clId="{C313BEC5-BB04-4F2C-9796-79F4CA05FC3E}" dt="2023-10-26T17:06:31.045" v="4793" actId="26606"/>
        <pc:sldMkLst>
          <pc:docMk/>
          <pc:sldMk cId="4065374997" sldId="264"/>
        </pc:sldMkLst>
        <pc:spChg chg="del">
          <ac:chgData name="LAVANYA SINGH" userId="be9e0eaacd5033b1" providerId="LiveId" clId="{C313BEC5-BB04-4F2C-9796-79F4CA05FC3E}" dt="2023-10-26T17:06:21.749" v="4791" actId="478"/>
          <ac:spMkLst>
            <pc:docMk/>
            <pc:sldMk cId="4065374997" sldId="264"/>
            <ac:spMk id="2" creationId="{DDF0FC27-72B3-1107-E3B4-FD85ECA4CE7E}"/>
          </ac:spMkLst>
        </pc:spChg>
        <pc:spChg chg="del">
          <ac:chgData name="LAVANYA SINGH" userId="be9e0eaacd5033b1" providerId="LiveId" clId="{C313BEC5-BB04-4F2C-9796-79F4CA05FC3E}" dt="2023-10-26T17:06:24.569" v="4792" actId="478"/>
          <ac:spMkLst>
            <pc:docMk/>
            <pc:sldMk cId="4065374997" sldId="264"/>
            <ac:spMk id="3" creationId="{03FCC7B4-7D25-502E-EEC1-9828367318E7}"/>
          </ac:spMkLst>
        </pc:spChg>
        <pc:spChg chg="add">
          <ac:chgData name="LAVANYA SINGH" userId="be9e0eaacd5033b1" providerId="LiveId" clId="{C313BEC5-BB04-4F2C-9796-79F4CA05FC3E}" dt="2023-10-26T17:06:31.045" v="4793" actId="26606"/>
          <ac:spMkLst>
            <pc:docMk/>
            <pc:sldMk cId="4065374997" sldId="264"/>
            <ac:spMk id="10" creationId="{C2579DAE-C141-48DB-810E-C070C300819E}"/>
          </ac:spMkLst>
        </pc:spChg>
        <pc:spChg chg="add">
          <ac:chgData name="LAVANYA SINGH" userId="be9e0eaacd5033b1" providerId="LiveId" clId="{C313BEC5-BB04-4F2C-9796-79F4CA05FC3E}" dt="2023-10-26T17:06:31.045" v="4793" actId="26606"/>
          <ac:spMkLst>
            <pc:docMk/>
            <pc:sldMk cId="4065374997" sldId="264"/>
            <ac:spMk id="12" creationId="{02FD90C3-6350-4D5B-9738-6E94EDF30F74}"/>
          </ac:spMkLst>
        </pc:spChg>
        <pc:spChg chg="add">
          <ac:chgData name="LAVANYA SINGH" userId="be9e0eaacd5033b1" providerId="LiveId" clId="{C313BEC5-BB04-4F2C-9796-79F4CA05FC3E}" dt="2023-10-26T17:06:31.045" v="4793" actId="26606"/>
          <ac:spMkLst>
            <pc:docMk/>
            <pc:sldMk cId="4065374997" sldId="264"/>
            <ac:spMk id="14" creationId="{41497DE5-0939-4D1D-9350-0C5E1B209C68}"/>
          </ac:spMkLst>
        </pc:spChg>
        <pc:spChg chg="add">
          <ac:chgData name="LAVANYA SINGH" userId="be9e0eaacd5033b1" providerId="LiveId" clId="{C313BEC5-BB04-4F2C-9796-79F4CA05FC3E}" dt="2023-10-26T17:06:31.045" v="4793" actId="26606"/>
          <ac:spMkLst>
            <pc:docMk/>
            <pc:sldMk cId="4065374997" sldId="264"/>
            <ac:spMk id="16" creationId="{5CCC70ED-6C63-4537-B7EB-51990D6C0A6F}"/>
          </ac:spMkLst>
        </pc:spChg>
        <pc:spChg chg="add">
          <ac:chgData name="LAVANYA SINGH" userId="be9e0eaacd5033b1" providerId="LiveId" clId="{C313BEC5-BB04-4F2C-9796-79F4CA05FC3E}" dt="2023-10-26T17:06:31.045" v="4793" actId="26606"/>
          <ac:spMkLst>
            <pc:docMk/>
            <pc:sldMk cId="4065374997" sldId="264"/>
            <ac:spMk id="18" creationId="{B76E24C1-2968-40DC-A36E-F6B85F0F0752}"/>
          </ac:spMkLst>
        </pc:spChg>
        <pc:picChg chg="add mod">
          <ac:chgData name="LAVANYA SINGH" userId="be9e0eaacd5033b1" providerId="LiveId" clId="{C313BEC5-BB04-4F2C-9796-79F4CA05FC3E}" dt="2023-10-26T17:06:31.045" v="4793" actId="26606"/>
          <ac:picMkLst>
            <pc:docMk/>
            <pc:sldMk cId="4065374997" sldId="264"/>
            <ac:picMk id="5" creationId="{8A2D02AA-EA6B-E92A-8D27-559E2598A86B}"/>
          </ac:picMkLst>
        </pc:picChg>
      </pc:sldChg>
      <pc:sldChg chg="addSp delSp modSp new add del mod ord setBg addAnim delAnim">
        <pc:chgData name="LAVANYA SINGH" userId="be9e0eaacd5033b1" providerId="LiveId" clId="{C313BEC5-BB04-4F2C-9796-79F4CA05FC3E}" dt="2023-12-09T20:08:51.948" v="6093" actId="2696"/>
        <pc:sldMkLst>
          <pc:docMk/>
          <pc:sldMk cId="2234238855" sldId="265"/>
        </pc:sldMkLst>
        <pc:spChg chg="del mod">
          <ac:chgData name="LAVANYA SINGH" userId="be9e0eaacd5033b1" providerId="LiveId" clId="{C313BEC5-BB04-4F2C-9796-79F4CA05FC3E}" dt="2023-12-09T20:07:47.468" v="6076" actId="21"/>
          <ac:spMkLst>
            <pc:docMk/>
            <pc:sldMk cId="2234238855" sldId="265"/>
            <ac:spMk id="2" creationId="{8B5192FC-3136-772D-11BE-B7F269697422}"/>
          </ac:spMkLst>
        </pc:spChg>
        <pc:spChg chg="del">
          <ac:chgData name="LAVANYA SINGH" userId="be9e0eaacd5033b1" providerId="LiveId" clId="{C313BEC5-BB04-4F2C-9796-79F4CA05FC3E}" dt="2023-12-02T20:33:42.909" v="4853" actId="22"/>
          <ac:spMkLst>
            <pc:docMk/>
            <pc:sldMk cId="2234238855" sldId="265"/>
            <ac:spMk id="3" creationId="{FDEB396C-FF53-18E5-6AA2-387EB2CC4CE1}"/>
          </ac:spMkLst>
        </pc:spChg>
        <pc:spChg chg="add mod">
          <ac:chgData name="LAVANYA SINGH" userId="be9e0eaacd5033b1" providerId="LiveId" clId="{C313BEC5-BB04-4F2C-9796-79F4CA05FC3E}" dt="2023-12-09T20:07:47.468" v="6076" actId="21"/>
          <ac:spMkLst>
            <pc:docMk/>
            <pc:sldMk cId="2234238855" sldId="265"/>
            <ac:spMk id="4" creationId="{C2C490F2-ABAF-E3A4-23D0-BA30B9AD7848}"/>
          </ac:spMkLst>
        </pc:spChg>
        <pc:spChg chg="add del mod">
          <ac:chgData name="LAVANYA SINGH" userId="be9e0eaacd5033b1" providerId="LiveId" clId="{C313BEC5-BB04-4F2C-9796-79F4CA05FC3E}" dt="2023-12-02T20:48:28.238" v="4915" actId="478"/>
          <ac:spMkLst>
            <pc:docMk/>
            <pc:sldMk cId="2234238855" sldId="265"/>
            <ac:spMk id="11" creationId="{B64B3D81-02B8-BE04-5D66-BAA78E0FF335}"/>
          </ac:spMkLst>
        </pc:spChg>
        <pc:spChg chg="add del">
          <ac:chgData name="LAVANYA SINGH" userId="be9e0eaacd5033b1" providerId="LiveId" clId="{C313BEC5-BB04-4F2C-9796-79F4CA05FC3E}" dt="2023-12-02T20:35:14.083" v="4860" actId="26606"/>
          <ac:spMkLst>
            <pc:docMk/>
            <pc:sldMk cId="2234238855" sldId="265"/>
            <ac:spMk id="12" creationId="{BB2B8762-61F0-4F1B-9364-D633EE9D6AF5}"/>
          </ac:spMkLst>
        </pc:spChg>
        <pc:spChg chg="add del">
          <ac:chgData name="LAVANYA SINGH" userId="be9e0eaacd5033b1" providerId="LiveId" clId="{C313BEC5-BB04-4F2C-9796-79F4CA05FC3E}" dt="2023-12-02T20:35:14.083" v="4860" actId="26606"/>
          <ac:spMkLst>
            <pc:docMk/>
            <pc:sldMk cId="2234238855" sldId="265"/>
            <ac:spMk id="14" creationId="{E97675C8-1328-460C-9EBF-6B446B67EAD3}"/>
          </ac:spMkLst>
        </pc:spChg>
        <pc:spChg chg="add del">
          <ac:chgData name="LAVANYA SINGH" userId="be9e0eaacd5033b1" providerId="LiveId" clId="{C313BEC5-BB04-4F2C-9796-79F4CA05FC3E}" dt="2023-12-02T20:35:14.083" v="4860" actId="26606"/>
          <ac:spMkLst>
            <pc:docMk/>
            <pc:sldMk cId="2234238855" sldId="265"/>
            <ac:spMk id="18" creationId="{20136764-CEC5-462E-AEA9-4AA1CF15E312}"/>
          </ac:spMkLst>
        </pc:spChg>
        <pc:spChg chg="add del">
          <ac:chgData name="LAVANYA SINGH" userId="be9e0eaacd5033b1" providerId="LiveId" clId="{C313BEC5-BB04-4F2C-9796-79F4CA05FC3E}" dt="2023-12-02T20:35:14.083" v="4860" actId="26606"/>
          <ac:spMkLst>
            <pc:docMk/>
            <pc:sldMk cId="2234238855" sldId="265"/>
            <ac:spMk id="20" creationId="{12E2F1EB-DD93-49F9-8F7D-3DE282902466}"/>
          </ac:spMkLst>
        </pc:spChg>
        <pc:spChg chg="add del">
          <ac:chgData name="LAVANYA SINGH" userId="be9e0eaacd5033b1" providerId="LiveId" clId="{C313BEC5-BB04-4F2C-9796-79F4CA05FC3E}" dt="2023-12-02T20:35:14.083" v="4860" actId="26606"/>
          <ac:spMkLst>
            <pc:docMk/>
            <pc:sldMk cId="2234238855" sldId="265"/>
            <ac:spMk id="22" creationId="{10D82C66-EAC6-46C6-AC04-27A5632D486D}"/>
          </ac:spMkLst>
        </pc:spChg>
        <pc:spChg chg="add del">
          <ac:chgData name="LAVANYA SINGH" userId="be9e0eaacd5033b1" providerId="LiveId" clId="{C313BEC5-BB04-4F2C-9796-79F4CA05FC3E}" dt="2023-12-02T20:35:14.083" v="4860" actId="26606"/>
          <ac:spMkLst>
            <pc:docMk/>
            <pc:sldMk cId="2234238855" sldId="265"/>
            <ac:spMk id="24" creationId="{DCF2CA89-CD8C-40CF-8273-C3FA6690BF77}"/>
          </ac:spMkLst>
        </pc:spChg>
        <pc:spChg chg="add del">
          <ac:chgData name="LAVANYA SINGH" userId="be9e0eaacd5033b1" providerId="LiveId" clId="{C313BEC5-BB04-4F2C-9796-79F4CA05FC3E}" dt="2023-12-02T20:35:14.083" v="4860" actId="26606"/>
          <ac:spMkLst>
            <pc:docMk/>
            <pc:sldMk cId="2234238855" sldId="265"/>
            <ac:spMk id="26" creationId="{1A82F9E0-1CBD-4E82-B740-B329F65F5FB0}"/>
          </ac:spMkLst>
        </pc:spChg>
        <pc:spChg chg="add del">
          <ac:chgData name="LAVANYA SINGH" userId="be9e0eaacd5033b1" providerId="LiveId" clId="{C313BEC5-BB04-4F2C-9796-79F4CA05FC3E}" dt="2023-12-02T20:35:14.083" v="4860" actId="26606"/>
          <ac:spMkLst>
            <pc:docMk/>
            <pc:sldMk cId="2234238855" sldId="265"/>
            <ac:spMk id="28" creationId="{38EE5F1E-8455-462D-8415-D85B2D4B9C9A}"/>
          </ac:spMkLst>
        </pc:spChg>
        <pc:spChg chg="add del">
          <ac:chgData name="LAVANYA SINGH" userId="be9e0eaacd5033b1" providerId="LiveId" clId="{C313BEC5-BB04-4F2C-9796-79F4CA05FC3E}" dt="2023-12-02T20:35:14.083" v="4860" actId="26606"/>
          <ac:spMkLst>
            <pc:docMk/>
            <pc:sldMk cId="2234238855" sldId="265"/>
            <ac:spMk id="30" creationId="{5404E500-F0A1-42F1-8F1A-179948E39571}"/>
          </ac:spMkLst>
        </pc:spChg>
        <pc:spChg chg="add del">
          <ac:chgData name="LAVANYA SINGH" userId="be9e0eaacd5033b1" providerId="LiveId" clId="{C313BEC5-BB04-4F2C-9796-79F4CA05FC3E}" dt="2023-12-02T20:35:16.380" v="4862" actId="26606"/>
          <ac:spMkLst>
            <pc:docMk/>
            <pc:sldMk cId="2234238855" sldId="265"/>
            <ac:spMk id="32" creationId="{458660E3-E5DE-4B48-BF77-8452EF6B4D9C}"/>
          </ac:spMkLst>
        </pc:spChg>
        <pc:spChg chg="add del">
          <ac:chgData name="LAVANYA SINGH" userId="be9e0eaacd5033b1" providerId="LiveId" clId="{C313BEC5-BB04-4F2C-9796-79F4CA05FC3E}" dt="2023-12-02T20:35:16.380" v="4862" actId="26606"/>
          <ac:spMkLst>
            <pc:docMk/>
            <pc:sldMk cId="2234238855" sldId="265"/>
            <ac:spMk id="33" creationId="{BB2B8762-61F0-4F1B-9364-D633EE9D6AF5}"/>
          </ac:spMkLst>
        </pc:spChg>
        <pc:spChg chg="add del">
          <ac:chgData name="LAVANYA SINGH" userId="be9e0eaacd5033b1" providerId="LiveId" clId="{C313BEC5-BB04-4F2C-9796-79F4CA05FC3E}" dt="2023-12-02T20:35:16.380" v="4862" actId="26606"/>
          <ac:spMkLst>
            <pc:docMk/>
            <pc:sldMk cId="2234238855" sldId="265"/>
            <ac:spMk id="34" creationId="{E97675C8-1328-460C-9EBF-6B446B67EAD3}"/>
          </ac:spMkLst>
        </pc:spChg>
        <pc:spChg chg="add del">
          <ac:chgData name="LAVANYA SINGH" userId="be9e0eaacd5033b1" providerId="LiveId" clId="{C313BEC5-BB04-4F2C-9796-79F4CA05FC3E}" dt="2023-12-02T20:35:16.380" v="4862" actId="26606"/>
          <ac:spMkLst>
            <pc:docMk/>
            <pc:sldMk cId="2234238855" sldId="265"/>
            <ac:spMk id="36" creationId="{18BA3243-42C1-4315-9ADA-40AA9319B7A1}"/>
          </ac:spMkLst>
        </pc:spChg>
        <pc:spChg chg="add del">
          <ac:chgData name="LAVANYA SINGH" userId="be9e0eaacd5033b1" providerId="LiveId" clId="{C313BEC5-BB04-4F2C-9796-79F4CA05FC3E}" dt="2023-12-02T20:35:16.380" v="4862" actId="26606"/>
          <ac:spMkLst>
            <pc:docMk/>
            <pc:sldMk cId="2234238855" sldId="265"/>
            <ac:spMk id="37" creationId="{3CD2AC58-26E2-4F2B-BB55-FF8007E4BD07}"/>
          </ac:spMkLst>
        </pc:spChg>
        <pc:spChg chg="add del">
          <ac:chgData name="LAVANYA SINGH" userId="be9e0eaacd5033b1" providerId="LiveId" clId="{C313BEC5-BB04-4F2C-9796-79F4CA05FC3E}" dt="2023-12-02T20:35:16.380" v="4862" actId="26606"/>
          <ac:spMkLst>
            <pc:docMk/>
            <pc:sldMk cId="2234238855" sldId="265"/>
            <ac:spMk id="38" creationId="{4A357E09-6CAE-4F82-B074-82B8BD7C8CE6}"/>
          </ac:spMkLst>
        </pc:spChg>
        <pc:spChg chg="add del">
          <ac:chgData name="LAVANYA SINGH" userId="be9e0eaacd5033b1" providerId="LiveId" clId="{C313BEC5-BB04-4F2C-9796-79F4CA05FC3E}" dt="2023-12-02T20:35:16.380" v="4862" actId="26606"/>
          <ac:spMkLst>
            <pc:docMk/>
            <pc:sldMk cId="2234238855" sldId="265"/>
            <ac:spMk id="39" creationId="{4E2EA671-F09A-4CF2-96A1-9255D53C15EE}"/>
          </ac:spMkLst>
        </pc:spChg>
        <pc:spChg chg="add del">
          <ac:chgData name="LAVANYA SINGH" userId="be9e0eaacd5033b1" providerId="LiveId" clId="{C313BEC5-BB04-4F2C-9796-79F4CA05FC3E}" dt="2023-12-02T20:35:16.380" v="4862" actId="26606"/>
          <ac:spMkLst>
            <pc:docMk/>
            <pc:sldMk cId="2234238855" sldId="265"/>
            <ac:spMk id="40" creationId="{F372741D-A371-404D-910F-5BF0CD35790D}"/>
          </ac:spMkLst>
        </pc:spChg>
        <pc:spChg chg="add del">
          <ac:chgData name="LAVANYA SINGH" userId="be9e0eaacd5033b1" providerId="LiveId" clId="{C313BEC5-BB04-4F2C-9796-79F4CA05FC3E}" dt="2023-12-02T20:35:16.380" v="4862" actId="26606"/>
          <ac:spMkLst>
            <pc:docMk/>
            <pc:sldMk cId="2234238855" sldId="265"/>
            <ac:spMk id="42" creationId="{FEF7D0D6-CA38-4628-8593-6698417275BD}"/>
          </ac:spMkLst>
        </pc:spChg>
        <pc:spChg chg="add del">
          <ac:chgData name="LAVANYA SINGH" userId="be9e0eaacd5033b1" providerId="LiveId" clId="{C313BEC5-BB04-4F2C-9796-79F4CA05FC3E}" dt="2023-12-02T20:40:40.818" v="4874" actId="26606"/>
          <ac:spMkLst>
            <pc:docMk/>
            <pc:sldMk cId="2234238855" sldId="265"/>
            <ac:spMk id="44" creationId="{CF6BB2E5-F5C5-4876-9282-B0246E035740}"/>
          </ac:spMkLst>
        </pc:spChg>
        <pc:spChg chg="add del">
          <ac:chgData name="LAVANYA SINGH" userId="be9e0eaacd5033b1" providerId="LiveId" clId="{C313BEC5-BB04-4F2C-9796-79F4CA05FC3E}" dt="2023-12-02T20:40:40.818" v="4874" actId="26606"/>
          <ac:spMkLst>
            <pc:docMk/>
            <pc:sldMk cId="2234238855" sldId="265"/>
            <ac:spMk id="45" creationId="{6E53EAE7-3851-4CE7-BE81-EF90F19EF019}"/>
          </ac:spMkLst>
        </pc:spChg>
        <pc:spChg chg="add del">
          <ac:chgData name="LAVANYA SINGH" userId="be9e0eaacd5033b1" providerId="LiveId" clId="{C313BEC5-BB04-4F2C-9796-79F4CA05FC3E}" dt="2023-12-02T20:40:40.818" v="4874" actId="26606"/>
          <ac:spMkLst>
            <pc:docMk/>
            <pc:sldMk cId="2234238855" sldId="265"/>
            <ac:spMk id="47" creationId="{2F16E17D-C071-4109-AF3D-779A0E87C118}"/>
          </ac:spMkLst>
        </pc:spChg>
        <pc:spChg chg="add del">
          <ac:chgData name="LAVANYA SINGH" userId="be9e0eaacd5033b1" providerId="LiveId" clId="{C313BEC5-BB04-4F2C-9796-79F4CA05FC3E}" dt="2023-12-02T20:40:40.818" v="4874" actId="26606"/>
          <ac:spMkLst>
            <pc:docMk/>
            <pc:sldMk cId="2234238855" sldId="265"/>
            <ac:spMk id="49" creationId="{D08C849D-BD09-4FFA-9C7E-F9AF303F0102}"/>
          </ac:spMkLst>
        </pc:spChg>
        <pc:spChg chg="add del">
          <ac:chgData name="LAVANYA SINGH" userId="be9e0eaacd5033b1" providerId="LiveId" clId="{C313BEC5-BB04-4F2C-9796-79F4CA05FC3E}" dt="2023-12-02T20:40:40.818" v="4874" actId="26606"/>
          <ac:spMkLst>
            <pc:docMk/>
            <pc:sldMk cId="2234238855" sldId="265"/>
            <ac:spMk id="50" creationId="{7912AEB4-DC8F-4D04-81FE-AFCD2E1D6B80}"/>
          </ac:spMkLst>
        </pc:spChg>
        <pc:spChg chg="add del">
          <ac:chgData name="LAVANYA SINGH" userId="be9e0eaacd5033b1" providerId="LiveId" clId="{C313BEC5-BB04-4F2C-9796-79F4CA05FC3E}" dt="2023-12-02T20:40:40.818" v="4873" actId="26606"/>
          <ac:spMkLst>
            <pc:docMk/>
            <pc:sldMk cId="2234238855" sldId="265"/>
            <ac:spMk id="54" creationId="{E88540FA-E26B-39ED-189D-4DC0D2DC3228}"/>
          </ac:spMkLst>
        </pc:spChg>
        <pc:spChg chg="add del">
          <ac:chgData name="LAVANYA SINGH" userId="be9e0eaacd5033b1" providerId="LiveId" clId="{C313BEC5-BB04-4F2C-9796-79F4CA05FC3E}" dt="2023-12-02T20:40:15.122" v="4871" actId="26606"/>
          <ac:spMkLst>
            <pc:docMk/>
            <pc:sldMk cId="2234238855" sldId="265"/>
            <ac:spMk id="55" creationId="{BB2B8762-61F0-4F1B-9364-D633EE9D6AF5}"/>
          </ac:spMkLst>
        </pc:spChg>
        <pc:spChg chg="add del">
          <ac:chgData name="LAVANYA SINGH" userId="be9e0eaacd5033b1" providerId="LiveId" clId="{C313BEC5-BB04-4F2C-9796-79F4CA05FC3E}" dt="2023-12-02T20:40:15.122" v="4871" actId="26606"/>
          <ac:spMkLst>
            <pc:docMk/>
            <pc:sldMk cId="2234238855" sldId="265"/>
            <ac:spMk id="57" creationId="{E97675C8-1328-460C-9EBF-6B446B67EAD3}"/>
          </ac:spMkLst>
        </pc:spChg>
        <pc:spChg chg="add del">
          <ac:chgData name="LAVANYA SINGH" userId="be9e0eaacd5033b1" providerId="LiveId" clId="{C313BEC5-BB04-4F2C-9796-79F4CA05FC3E}" dt="2023-12-02T20:40:15.122" v="4871" actId="26606"/>
          <ac:spMkLst>
            <pc:docMk/>
            <pc:sldMk cId="2234238855" sldId="265"/>
            <ac:spMk id="61" creationId="{2AD83CFE-1CA3-4832-A4B9-C48CD1347C03}"/>
          </ac:spMkLst>
        </pc:spChg>
        <pc:spChg chg="add del">
          <ac:chgData name="LAVANYA SINGH" userId="be9e0eaacd5033b1" providerId="LiveId" clId="{C313BEC5-BB04-4F2C-9796-79F4CA05FC3E}" dt="2023-12-02T20:40:15.122" v="4871" actId="26606"/>
          <ac:spMkLst>
            <pc:docMk/>
            <pc:sldMk cId="2234238855" sldId="265"/>
            <ac:spMk id="63" creationId="{BC98641C-7F74-435D-996F-A4387A3C3C26}"/>
          </ac:spMkLst>
        </pc:spChg>
        <pc:spChg chg="add del">
          <ac:chgData name="LAVANYA SINGH" userId="be9e0eaacd5033b1" providerId="LiveId" clId="{C313BEC5-BB04-4F2C-9796-79F4CA05FC3E}" dt="2023-12-02T20:40:15.122" v="4871" actId="26606"/>
          <ac:spMkLst>
            <pc:docMk/>
            <pc:sldMk cId="2234238855" sldId="265"/>
            <ac:spMk id="65" creationId="{F530C0F6-C8DF-4539-B30C-8105DB618C20}"/>
          </ac:spMkLst>
        </pc:spChg>
        <pc:spChg chg="add del">
          <ac:chgData name="LAVANYA SINGH" userId="be9e0eaacd5033b1" providerId="LiveId" clId="{C313BEC5-BB04-4F2C-9796-79F4CA05FC3E}" dt="2023-12-02T20:40:15.122" v="4871" actId="26606"/>
          <ac:spMkLst>
            <pc:docMk/>
            <pc:sldMk cId="2234238855" sldId="265"/>
            <ac:spMk id="67" creationId="{BAE51241-AA8B-4B82-9C59-6738DB85674C}"/>
          </ac:spMkLst>
        </pc:spChg>
        <pc:spChg chg="add del">
          <ac:chgData name="LAVANYA SINGH" userId="be9e0eaacd5033b1" providerId="LiveId" clId="{C313BEC5-BB04-4F2C-9796-79F4CA05FC3E}" dt="2023-12-02T20:40:40.818" v="4873" actId="26606"/>
          <ac:spMkLst>
            <pc:docMk/>
            <pc:sldMk cId="2234238855" sldId="265"/>
            <ac:spMk id="69" creationId="{54D683B1-E7B7-4AF5-8BF1-00757F13FBE1}"/>
          </ac:spMkLst>
        </pc:spChg>
        <pc:spChg chg="add del">
          <ac:chgData name="LAVANYA SINGH" userId="be9e0eaacd5033b1" providerId="LiveId" clId="{C313BEC5-BB04-4F2C-9796-79F4CA05FC3E}" dt="2023-12-02T20:40:40.818" v="4873" actId="26606"/>
          <ac:spMkLst>
            <pc:docMk/>
            <pc:sldMk cId="2234238855" sldId="265"/>
            <ac:spMk id="70" creationId="{4CFCD50F-4BF3-4733-BD42-5567080A7017}"/>
          </ac:spMkLst>
        </pc:spChg>
        <pc:spChg chg="add del">
          <ac:chgData name="LAVANYA SINGH" userId="be9e0eaacd5033b1" providerId="LiveId" clId="{C313BEC5-BB04-4F2C-9796-79F4CA05FC3E}" dt="2023-12-02T20:40:40.818" v="4873" actId="26606"/>
          <ac:spMkLst>
            <pc:docMk/>
            <pc:sldMk cId="2234238855" sldId="265"/>
            <ac:spMk id="71" creationId="{7B07ECB0-AC96-4F4F-AB0C-44EA1353CE09}"/>
          </ac:spMkLst>
        </pc:spChg>
        <pc:spChg chg="add del">
          <ac:chgData name="LAVANYA SINGH" userId="be9e0eaacd5033b1" providerId="LiveId" clId="{C313BEC5-BB04-4F2C-9796-79F4CA05FC3E}" dt="2023-12-02T20:40:40.818" v="4873" actId="26606"/>
          <ac:spMkLst>
            <pc:docMk/>
            <pc:sldMk cId="2234238855" sldId="265"/>
            <ac:spMk id="72" creationId="{97C2466A-2320-4205-BDC2-056CD8BC2C53}"/>
          </ac:spMkLst>
        </pc:spChg>
        <pc:spChg chg="add del">
          <ac:chgData name="LAVANYA SINGH" userId="be9e0eaacd5033b1" providerId="LiveId" clId="{C313BEC5-BB04-4F2C-9796-79F4CA05FC3E}" dt="2023-12-02T20:40:40.818" v="4873" actId="26606"/>
          <ac:spMkLst>
            <pc:docMk/>
            <pc:sldMk cId="2234238855" sldId="265"/>
            <ac:spMk id="73" creationId="{C24F77B6-3AFC-4981-A39A-15994073E10F}"/>
          </ac:spMkLst>
        </pc:spChg>
        <pc:spChg chg="add del">
          <ac:chgData name="LAVANYA SINGH" userId="be9e0eaacd5033b1" providerId="LiveId" clId="{C313BEC5-BB04-4F2C-9796-79F4CA05FC3E}" dt="2023-12-02T20:40:40.818" v="4873" actId="26606"/>
          <ac:spMkLst>
            <pc:docMk/>
            <pc:sldMk cId="2234238855" sldId="265"/>
            <ac:spMk id="75" creationId="{B7D21A87-2874-4438-84BA-E02F7C632784}"/>
          </ac:spMkLst>
        </pc:spChg>
        <pc:spChg chg="add del">
          <ac:chgData name="LAVANYA SINGH" userId="be9e0eaacd5033b1" providerId="LiveId" clId="{C313BEC5-BB04-4F2C-9796-79F4CA05FC3E}" dt="2023-12-02T20:40:40.818" v="4873" actId="26606"/>
          <ac:spMkLst>
            <pc:docMk/>
            <pc:sldMk cId="2234238855" sldId="265"/>
            <ac:spMk id="76" creationId="{0B0A69F5-520C-404C-9614-071AAE13870F}"/>
          </ac:spMkLst>
        </pc:spChg>
        <pc:spChg chg="add del">
          <ac:chgData name="LAVANYA SINGH" userId="be9e0eaacd5033b1" providerId="LiveId" clId="{C313BEC5-BB04-4F2C-9796-79F4CA05FC3E}" dt="2023-12-02T20:45:44.538" v="4884" actId="26606"/>
          <ac:spMkLst>
            <pc:docMk/>
            <pc:sldMk cId="2234238855" sldId="265"/>
            <ac:spMk id="78" creationId="{BB2B8762-61F0-4F1B-9364-D633EE9D6AF5}"/>
          </ac:spMkLst>
        </pc:spChg>
        <pc:spChg chg="add del">
          <ac:chgData name="LAVANYA SINGH" userId="be9e0eaacd5033b1" providerId="LiveId" clId="{C313BEC5-BB04-4F2C-9796-79F4CA05FC3E}" dt="2023-12-02T20:45:44.538" v="4884" actId="26606"/>
          <ac:spMkLst>
            <pc:docMk/>
            <pc:sldMk cId="2234238855" sldId="265"/>
            <ac:spMk id="79" creationId="{E97675C8-1328-460C-9EBF-6B446B67EAD3}"/>
          </ac:spMkLst>
        </pc:spChg>
        <pc:spChg chg="add del">
          <ac:chgData name="LAVANYA SINGH" userId="be9e0eaacd5033b1" providerId="LiveId" clId="{C313BEC5-BB04-4F2C-9796-79F4CA05FC3E}" dt="2023-12-02T20:45:44.538" v="4884" actId="26606"/>
          <ac:spMkLst>
            <pc:docMk/>
            <pc:sldMk cId="2234238855" sldId="265"/>
            <ac:spMk id="81" creationId="{2AD83CFE-1CA3-4832-A4B9-C48CD1347C03}"/>
          </ac:spMkLst>
        </pc:spChg>
        <pc:spChg chg="add del">
          <ac:chgData name="LAVANYA SINGH" userId="be9e0eaacd5033b1" providerId="LiveId" clId="{C313BEC5-BB04-4F2C-9796-79F4CA05FC3E}" dt="2023-12-02T20:45:44.538" v="4884" actId="26606"/>
          <ac:spMkLst>
            <pc:docMk/>
            <pc:sldMk cId="2234238855" sldId="265"/>
            <ac:spMk id="82" creationId="{BC98641C-7F74-435D-996F-A4387A3C3C26}"/>
          </ac:spMkLst>
        </pc:spChg>
        <pc:spChg chg="add del">
          <ac:chgData name="LAVANYA SINGH" userId="be9e0eaacd5033b1" providerId="LiveId" clId="{C313BEC5-BB04-4F2C-9796-79F4CA05FC3E}" dt="2023-12-02T20:45:44.538" v="4884" actId="26606"/>
          <ac:spMkLst>
            <pc:docMk/>
            <pc:sldMk cId="2234238855" sldId="265"/>
            <ac:spMk id="83" creationId="{F530C0F6-C8DF-4539-B30C-8105DB618C20}"/>
          </ac:spMkLst>
        </pc:spChg>
        <pc:spChg chg="add del">
          <ac:chgData name="LAVANYA SINGH" userId="be9e0eaacd5033b1" providerId="LiveId" clId="{C313BEC5-BB04-4F2C-9796-79F4CA05FC3E}" dt="2023-12-02T20:45:44.538" v="4884" actId="26606"/>
          <ac:spMkLst>
            <pc:docMk/>
            <pc:sldMk cId="2234238855" sldId="265"/>
            <ac:spMk id="84" creationId="{BAE51241-AA8B-4B82-9C59-6738DB85674C}"/>
          </ac:spMkLst>
        </pc:spChg>
        <pc:spChg chg="add del">
          <ac:chgData name="LAVANYA SINGH" userId="be9e0eaacd5033b1" providerId="LiveId" clId="{C313BEC5-BB04-4F2C-9796-79F4CA05FC3E}" dt="2023-12-02T20:46:02.247" v="4890" actId="26606"/>
          <ac:spMkLst>
            <pc:docMk/>
            <pc:sldMk cId="2234238855" sldId="265"/>
            <ac:spMk id="89" creationId="{CF6BB2E5-F5C5-4876-9282-B0246E035740}"/>
          </ac:spMkLst>
        </pc:spChg>
        <pc:spChg chg="add del">
          <ac:chgData name="LAVANYA SINGH" userId="be9e0eaacd5033b1" providerId="LiveId" clId="{C313BEC5-BB04-4F2C-9796-79F4CA05FC3E}" dt="2023-12-02T20:46:02.247" v="4890" actId="26606"/>
          <ac:spMkLst>
            <pc:docMk/>
            <pc:sldMk cId="2234238855" sldId="265"/>
            <ac:spMk id="91" creationId="{6E53EAE7-3851-4CE7-BE81-EF90F19EF019}"/>
          </ac:spMkLst>
        </pc:spChg>
        <pc:spChg chg="add del">
          <ac:chgData name="LAVANYA SINGH" userId="be9e0eaacd5033b1" providerId="LiveId" clId="{C313BEC5-BB04-4F2C-9796-79F4CA05FC3E}" dt="2023-12-02T20:46:02.247" v="4890" actId="26606"/>
          <ac:spMkLst>
            <pc:docMk/>
            <pc:sldMk cId="2234238855" sldId="265"/>
            <ac:spMk id="95" creationId="{C20A2D63-0D7E-4B4F-A9F2-F9852CC72C04}"/>
          </ac:spMkLst>
        </pc:spChg>
        <pc:spChg chg="add del">
          <ac:chgData name="LAVANYA SINGH" userId="be9e0eaacd5033b1" providerId="LiveId" clId="{C313BEC5-BB04-4F2C-9796-79F4CA05FC3E}" dt="2023-12-02T20:46:02.247" v="4890" actId="26606"/>
          <ac:spMkLst>
            <pc:docMk/>
            <pc:sldMk cId="2234238855" sldId="265"/>
            <ac:spMk id="97" creationId="{A6A4E53B-937C-4A41-886E-0E12FC9A2842}"/>
          </ac:spMkLst>
        </pc:spChg>
        <pc:spChg chg="add del">
          <ac:chgData name="LAVANYA SINGH" userId="be9e0eaacd5033b1" providerId="LiveId" clId="{C313BEC5-BB04-4F2C-9796-79F4CA05FC3E}" dt="2023-12-02T20:46:02.247" v="4890" actId="26606"/>
          <ac:spMkLst>
            <pc:docMk/>
            <pc:sldMk cId="2234238855" sldId="265"/>
            <ac:spMk id="99" creationId="{2C4AFC42-E333-4873-8029-5F670A05D850}"/>
          </ac:spMkLst>
        </pc:spChg>
        <pc:spChg chg="add del">
          <ac:chgData name="LAVANYA SINGH" userId="be9e0eaacd5033b1" providerId="LiveId" clId="{C313BEC5-BB04-4F2C-9796-79F4CA05FC3E}" dt="2023-12-02T20:46:02.247" v="4890" actId="26606"/>
          <ac:spMkLst>
            <pc:docMk/>
            <pc:sldMk cId="2234238855" sldId="265"/>
            <ac:spMk id="101" creationId="{7D4F7319-24E1-4DA3-8865-13E84F3C24E9}"/>
          </ac:spMkLst>
        </pc:spChg>
        <pc:spChg chg="add del">
          <ac:chgData name="LAVANYA SINGH" userId="be9e0eaacd5033b1" providerId="LiveId" clId="{C313BEC5-BB04-4F2C-9796-79F4CA05FC3E}" dt="2023-12-02T20:46:02.247" v="4890" actId="26606"/>
          <ac:spMkLst>
            <pc:docMk/>
            <pc:sldMk cId="2234238855" sldId="265"/>
            <ac:spMk id="103" creationId="{677E6F63-A90A-46ED-8EDD-86C8FFE6AE36}"/>
          </ac:spMkLst>
        </pc:spChg>
        <pc:spChg chg="add del">
          <ac:chgData name="LAVANYA SINGH" userId="be9e0eaacd5033b1" providerId="LiveId" clId="{C313BEC5-BB04-4F2C-9796-79F4CA05FC3E}" dt="2023-12-02T20:45:59.573" v="4887" actId="26606"/>
          <ac:spMkLst>
            <pc:docMk/>
            <pc:sldMk cId="2234238855" sldId="265"/>
            <ac:spMk id="108" creationId="{BB2B8762-61F0-4F1B-9364-D633EE9D6AF5}"/>
          </ac:spMkLst>
        </pc:spChg>
        <pc:spChg chg="add del">
          <ac:chgData name="LAVANYA SINGH" userId="be9e0eaacd5033b1" providerId="LiveId" clId="{C313BEC5-BB04-4F2C-9796-79F4CA05FC3E}" dt="2023-12-02T20:45:59.573" v="4887" actId="26606"/>
          <ac:spMkLst>
            <pc:docMk/>
            <pc:sldMk cId="2234238855" sldId="265"/>
            <ac:spMk id="110" creationId="{E97675C8-1328-460C-9EBF-6B446B67EAD3}"/>
          </ac:spMkLst>
        </pc:spChg>
        <pc:spChg chg="add del">
          <ac:chgData name="LAVANYA SINGH" userId="be9e0eaacd5033b1" providerId="LiveId" clId="{C313BEC5-BB04-4F2C-9796-79F4CA05FC3E}" dt="2023-12-02T20:45:59.573" v="4887" actId="26606"/>
          <ac:spMkLst>
            <pc:docMk/>
            <pc:sldMk cId="2234238855" sldId="265"/>
            <ac:spMk id="114" creationId="{20136764-CEC5-462E-AEA9-4AA1CF15E312}"/>
          </ac:spMkLst>
        </pc:spChg>
        <pc:spChg chg="add del">
          <ac:chgData name="LAVANYA SINGH" userId="be9e0eaacd5033b1" providerId="LiveId" clId="{C313BEC5-BB04-4F2C-9796-79F4CA05FC3E}" dt="2023-12-02T20:45:59.573" v="4887" actId="26606"/>
          <ac:spMkLst>
            <pc:docMk/>
            <pc:sldMk cId="2234238855" sldId="265"/>
            <ac:spMk id="116" creationId="{12E2F1EB-DD93-49F9-8F7D-3DE282902466}"/>
          </ac:spMkLst>
        </pc:spChg>
        <pc:spChg chg="add del">
          <ac:chgData name="LAVANYA SINGH" userId="be9e0eaacd5033b1" providerId="LiveId" clId="{C313BEC5-BB04-4F2C-9796-79F4CA05FC3E}" dt="2023-12-02T20:45:59.573" v="4887" actId="26606"/>
          <ac:spMkLst>
            <pc:docMk/>
            <pc:sldMk cId="2234238855" sldId="265"/>
            <ac:spMk id="118" creationId="{10D82C66-EAC6-46C6-AC04-27A5632D486D}"/>
          </ac:spMkLst>
        </pc:spChg>
        <pc:spChg chg="add del">
          <ac:chgData name="LAVANYA SINGH" userId="be9e0eaacd5033b1" providerId="LiveId" clId="{C313BEC5-BB04-4F2C-9796-79F4CA05FC3E}" dt="2023-12-02T20:45:59.573" v="4887" actId="26606"/>
          <ac:spMkLst>
            <pc:docMk/>
            <pc:sldMk cId="2234238855" sldId="265"/>
            <ac:spMk id="120" creationId="{DCF2CA89-CD8C-40CF-8273-C3FA6690BF77}"/>
          </ac:spMkLst>
        </pc:spChg>
        <pc:spChg chg="add del">
          <ac:chgData name="LAVANYA SINGH" userId="be9e0eaacd5033b1" providerId="LiveId" clId="{C313BEC5-BB04-4F2C-9796-79F4CA05FC3E}" dt="2023-12-02T20:45:59.573" v="4887" actId="26606"/>
          <ac:spMkLst>
            <pc:docMk/>
            <pc:sldMk cId="2234238855" sldId="265"/>
            <ac:spMk id="122" creationId="{1A82F9E0-1CBD-4E82-B740-B329F65F5FB0}"/>
          </ac:spMkLst>
        </pc:spChg>
        <pc:spChg chg="add del">
          <ac:chgData name="LAVANYA SINGH" userId="be9e0eaacd5033b1" providerId="LiveId" clId="{C313BEC5-BB04-4F2C-9796-79F4CA05FC3E}" dt="2023-12-02T20:45:59.573" v="4887" actId="26606"/>
          <ac:spMkLst>
            <pc:docMk/>
            <pc:sldMk cId="2234238855" sldId="265"/>
            <ac:spMk id="124" creationId="{38EE5F1E-8455-462D-8415-D85B2D4B9C9A}"/>
          </ac:spMkLst>
        </pc:spChg>
        <pc:spChg chg="add del">
          <ac:chgData name="LAVANYA SINGH" userId="be9e0eaacd5033b1" providerId="LiveId" clId="{C313BEC5-BB04-4F2C-9796-79F4CA05FC3E}" dt="2023-12-02T20:45:59.573" v="4887" actId="26606"/>
          <ac:spMkLst>
            <pc:docMk/>
            <pc:sldMk cId="2234238855" sldId="265"/>
            <ac:spMk id="126" creationId="{5404E500-F0A1-42F1-8F1A-179948E39571}"/>
          </ac:spMkLst>
        </pc:spChg>
        <pc:spChg chg="add del">
          <ac:chgData name="LAVANYA SINGH" userId="be9e0eaacd5033b1" providerId="LiveId" clId="{C313BEC5-BB04-4F2C-9796-79F4CA05FC3E}" dt="2023-12-02T20:46:02.242" v="4889" actId="26606"/>
          <ac:spMkLst>
            <pc:docMk/>
            <pc:sldMk cId="2234238855" sldId="265"/>
            <ac:spMk id="128" creationId="{CF6BB2E5-F5C5-4876-9282-B0246E035740}"/>
          </ac:spMkLst>
        </pc:spChg>
        <pc:spChg chg="add del">
          <ac:chgData name="LAVANYA SINGH" userId="be9e0eaacd5033b1" providerId="LiveId" clId="{C313BEC5-BB04-4F2C-9796-79F4CA05FC3E}" dt="2023-12-02T20:46:02.242" v="4889" actId="26606"/>
          <ac:spMkLst>
            <pc:docMk/>
            <pc:sldMk cId="2234238855" sldId="265"/>
            <ac:spMk id="129" creationId="{6E53EAE7-3851-4CE7-BE81-EF90F19EF019}"/>
          </ac:spMkLst>
        </pc:spChg>
        <pc:spChg chg="add del">
          <ac:chgData name="LAVANYA SINGH" userId="be9e0eaacd5033b1" providerId="LiveId" clId="{C313BEC5-BB04-4F2C-9796-79F4CA05FC3E}" dt="2023-12-02T20:46:02.242" v="4889" actId="26606"/>
          <ac:spMkLst>
            <pc:docMk/>
            <pc:sldMk cId="2234238855" sldId="265"/>
            <ac:spMk id="131" creationId="{C20A2D63-0D7E-4B4F-A9F2-F9852CC72C04}"/>
          </ac:spMkLst>
        </pc:spChg>
        <pc:spChg chg="add del">
          <ac:chgData name="LAVANYA SINGH" userId="be9e0eaacd5033b1" providerId="LiveId" clId="{C313BEC5-BB04-4F2C-9796-79F4CA05FC3E}" dt="2023-12-02T20:46:02.242" v="4889" actId="26606"/>
          <ac:spMkLst>
            <pc:docMk/>
            <pc:sldMk cId="2234238855" sldId="265"/>
            <ac:spMk id="132" creationId="{A6A4E53B-937C-4A41-886E-0E12FC9A2842}"/>
          </ac:spMkLst>
        </pc:spChg>
        <pc:spChg chg="add del">
          <ac:chgData name="LAVANYA SINGH" userId="be9e0eaacd5033b1" providerId="LiveId" clId="{C313BEC5-BB04-4F2C-9796-79F4CA05FC3E}" dt="2023-12-02T20:46:02.242" v="4889" actId="26606"/>
          <ac:spMkLst>
            <pc:docMk/>
            <pc:sldMk cId="2234238855" sldId="265"/>
            <ac:spMk id="133" creationId="{2C4AFC42-E333-4873-8029-5F670A05D850}"/>
          </ac:spMkLst>
        </pc:spChg>
        <pc:spChg chg="add del">
          <ac:chgData name="LAVANYA SINGH" userId="be9e0eaacd5033b1" providerId="LiveId" clId="{C313BEC5-BB04-4F2C-9796-79F4CA05FC3E}" dt="2023-12-02T20:46:02.242" v="4889" actId="26606"/>
          <ac:spMkLst>
            <pc:docMk/>
            <pc:sldMk cId="2234238855" sldId="265"/>
            <ac:spMk id="134" creationId="{7D4F7319-24E1-4DA3-8865-13E84F3C24E9}"/>
          </ac:spMkLst>
        </pc:spChg>
        <pc:spChg chg="add del">
          <ac:chgData name="LAVANYA SINGH" userId="be9e0eaacd5033b1" providerId="LiveId" clId="{C313BEC5-BB04-4F2C-9796-79F4CA05FC3E}" dt="2023-12-02T20:46:02.242" v="4889" actId="26606"/>
          <ac:spMkLst>
            <pc:docMk/>
            <pc:sldMk cId="2234238855" sldId="265"/>
            <ac:spMk id="135" creationId="{677E6F63-A90A-46ED-8EDD-86C8FFE6AE36}"/>
          </ac:spMkLst>
        </pc:spChg>
        <pc:spChg chg="add del">
          <ac:chgData name="LAVANYA SINGH" userId="be9e0eaacd5033b1" providerId="LiveId" clId="{C313BEC5-BB04-4F2C-9796-79F4CA05FC3E}" dt="2023-12-02T20:47:54.973" v="4907" actId="26606"/>
          <ac:spMkLst>
            <pc:docMk/>
            <pc:sldMk cId="2234238855" sldId="265"/>
            <ac:spMk id="137" creationId="{BB2B8762-61F0-4F1B-9364-D633EE9D6AF5}"/>
          </ac:spMkLst>
        </pc:spChg>
        <pc:spChg chg="add del">
          <ac:chgData name="LAVANYA SINGH" userId="be9e0eaacd5033b1" providerId="LiveId" clId="{C313BEC5-BB04-4F2C-9796-79F4CA05FC3E}" dt="2023-12-02T20:47:54.973" v="4907" actId="26606"/>
          <ac:spMkLst>
            <pc:docMk/>
            <pc:sldMk cId="2234238855" sldId="265"/>
            <ac:spMk id="138" creationId="{E97675C8-1328-460C-9EBF-6B446B67EAD3}"/>
          </ac:spMkLst>
        </pc:spChg>
        <pc:spChg chg="add del">
          <ac:chgData name="LAVANYA SINGH" userId="be9e0eaacd5033b1" providerId="LiveId" clId="{C313BEC5-BB04-4F2C-9796-79F4CA05FC3E}" dt="2023-12-02T20:47:54.973" v="4907" actId="26606"/>
          <ac:spMkLst>
            <pc:docMk/>
            <pc:sldMk cId="2234238855" sldId="265"/>
            <ac:spMk id="140" creationId="{C6417104-D4C1-4710-9982-2154A7F48492}"/>
          </ac:spMkLst>
        </pc:spChg>
        <pc:spChg chg="add del">
          <ac:chgData name="LAVANYA SINGH" userId="be9e0eaacd5033b1" providerId="LiveId" clId="{C313BEC5-BB04-4F2C-9796-79F4CA05FC3E}" dt="2023-12-02T20:47:54.973" v="4907" actId="26606"/>
          <ac:spMkLst>
            <pc:docMk/>
            <pc:sldMk cId="2234238855" sldId="265"/>
            <ac:spMk id="141" creationId="{626F1402-2DEC-4071-84AF-350C7BF00D43}"/>
          </ac:spMkLst>
        </pc:spChg>
        <pc:spChg chg="add del">
          <ac:chgData name="LAVANYA SINGH" userId="be9e0eaacd5033b1" providerId="LiveId" clId="{C313BEC5-BB04-4F2C-9796-79F4CA05FC3E}" dt="2023-12-02T20:47:54.973" v="4907" actId="26606"/>
          <ac:spMkLst>
            <pc:docMk/>
            <pc:sldMk cId="2234238855" sldId="265"/>
            <ac:spMk id="143" creationId="{DA52A394-10F4-4AA5-90E4-634D1E919DBA}"/>
          </ac:spMkLst>
        </pc:spChg>
        <pc:spChg chg="add del">
          <ac:chgData name="LAVANYA SINGH" userId="be9e0eaacd5033b1" providerId="LiveId" clId="{C313BEC5-BB04-4F2C-9796-79F4CA05FC3E}" dt="2023-12-02T20:47:54.973" v="4907" actId="26606"/>
          <ac:spMkLst>
            <pc:docMk/>
            <pc:sldMk cId="2234238855" sldId="265"/>
            <ac:spMk id="144" creationId="{07BDDC51-8BB2-42BE-8EA8-39B3E9AC1EF6}"/>
          </ac:spMkLst>
        </pc:spChg>
        <pc:spChg chg="add del">
          <ac:chgData name="LAVANYA SINGH" userId="be9e0eaacd5033b1" providerId="LiveId" clId="{C313BEC5-BB04-4F2C-9796-79F4CA05FC3E}" dt="2023-12-02T20:47:54.971" v="4906" actId="26606"/>
          <ac:spMkLst>
            <pc:docMk/>
            <pc:sldMk cId="2234238855" sldId="265"/>
            <ac:spMk id="148" creationId="{E0F6BA2D-42A3-F266-998B-6F30C6958067}"/>
          </ac:spMkLst>
        </pc:spChg>
        <pc:spChg chg="add del">
          <ac:chgData name="LAVANYA SINGH" userId="be9e0eaacd5033b1" providerId="LiveId" clId="{C313BEC5-BB04-4F2C-9796-79F4CA05FC3E}" dt="2023-12-02T20:47:31.874" v="4900" actId="26606"/>
          <ac:spMkLst>
            <pc:docMk/>
            <pc:sldMk cId="2234238855" sldId="265"/>
            <ac:spMk id="149" creationId="{CF6BB2E5-F5C5-4876-9282-B0246E035740}"/>
          </ac:spMkLst>
        </pc:spChg>
        <pc:spChg chg="add del">
          <ac:chgData name="LAVANYA SINGH" userId="be9e0eaacd5033b1" providerId="LiveId" clId="{C313BEC5-BB04-4F2C-9796-79F4CA05FC3E}" dt="2023-12-02T20:47:31.874" v="4900" actId="26606"/>
          <ac:spMkLst>
            <pc:docMk/>
            <pc:sldMk cId="2234238855" sldId="265"/>
            <ac:spMk id="151" creationId="{6E53EAE7-3851-4CE7-BE81-EF90F19EF019}"/>
          </ac:spMkLst>
        </pc:spChg>
        <pc:spChg chg="add del">
          <ac:chgData name="LAVANYA SINGH" userId="be9e0eaacd5033b1" providerId="LiveId" clId="{C313BEC5-BB04-4F2C-9796-79F4CA05FC3E}" dt="2023-12-02T20:47:31.874" v="4900" actId="26606"/>
          <ac:spMkLst>
            <pc:docMk/>
            <pc:sldMk cId="2234238855" sldId="265"/>
            <ac:spMk id="155" creationId="{B2DC992B-1830-40AC-ABFA-9A6920DEE2B7}"/>
          </ac:spMkLst>
        </pc:spChg>
        <pc:spChg chg="add del">
          <ac:chgData name="LAVANYA SINGH" userId="be9e0eaacd5033b1" providerId="LiveId" clId="{C313BEC5-BB04-4F2C-9796-79F4CA05FC3E}" dt="2023-12-02T20:47:31.874" v="4900" actId="26606"/>
          <ac:spMkLst>
            <pc:docMk/>
            <pc:sldMk cId="2234238855" sldId="265"/>
            <ac:spMk id="157" creationId="{D05C9F83-03C2-43E9-BAE8-96115B649A98}"/>
          </ac:spMkLst>
        </pc:spChg>
        <pc:spChg chg="add del">
          <ac:chgData name="LAVANYA SINGH" userId="be9e0eaacd5033b1" providerId="LiveId" clId="{C313BEC5-BB04-4F2C-9796-79F4CA05FC3E}" dt="2023-12-02T20:47:31.874" v="4900" actId="26606"/>
          <ac:spMkLst>
            <pc:docMk/>
            <pc:sldMk cId="2234238855" sldId="265"/>
            <ac:spMk id="159" creationId="{E3F072C8-25D0-4A13-A730-1B6DB98630EE}"/>
          </ac:spMkLst>
        </pc:spChg>
        <pc:spChg chg="add del">
          <ac:chgData name="LAVANYA SINGH" userId="be9e0eaacd5033b1" providerId="LiveId" clId="{C313BEC5-BB04-4F2C-9796-79F4CA05FC3E}" dt="2023-12-02T20:47:33.968" v="4902" actId="26606"/>
          <ac:spMkLst>
            <pc:docMk/>
            <pc:sldMk cId="2234238855" sldId="265"/>
            <ac:spMk id="163" creationId="{CF6BB2E5-F5C5-4876-9282-B0246E035740}"/>
          </ac:spMkLst>
        </pc:spChg>
        <pc:spChg chg="add del">
          <ac:chgData name="LAVANYA SINGH" userId="be9e0eaacd5033b1" providerId="LiveId" clId="{C313BEC5-BB04-4F2C-9796-79F4CA05FC3E}" dt="2023-12-02T20:47:33.968" v="4902" actId="26606"/>
          <ac:spMkLst>
            <pc:docMk/>
            <pc:sldMk cId="2234238855" sldId="265"/>
            <ac:spMk id="164" creationId="{6E53EAE7-3851-4CE7-BE81-EF90F19EF019}"/>
          </ac:spMkLst>
        </pc:spChg>
        <pc:spChg chg="add del">
          <ac:chgData name="LAVANYA SINGH" userId="be9e0eaacd5033b1" providerId="LiveId" clId="{C313BEC5-BB04-4F2C-9796-79F4CA05FC3E}" dt="2023-12-02T20:47:33.968" v="4902" actId="26606"/>
          <ac:spMkLst>
            <pc:docMk/>
            <pc:sldMk cId="2234238855" sldId="265"/>
            <ac:spMk id="166" creationId="{EF8AEC98-3742-4D78-A79E-DB72BE130D98}"/>
          </ac:spMkLst>
        </pc:spChg>
        <pc:spChg chg="add del">
          <ac:chgData name="LAVANYA SINGH" userId="be9e0eaacd5033b1" providerId="LiveId" clId="{C313BEC5-BB04-4F2C-9796-79F4CA05FC3E}" dt="2023-12-02T20:47:33.968" v="4902" actId="26606"/>
          <ac:spMkLst>
            <pc:docMk/>
            <pc:sldMk cId="2234238855" sldId="265"/>
            <ac:spMk id="167" creationId="{4DDDBADD-CC21-400E-A524-D69DC92E6E2A}"/>
          </ac:spMkLst>
        </pc:spChg>
        <pc:spChg chg="add del">
          <ac:chgData name="LAVANYA SINGH" userId="be9e0eaacd5033b1" providerId="LiveId" clId="{C313BEC5-BB04-4F2C-9796-79F4CA05FC3E}" dt="2023-12-02T20:47:33.968" v="4902" actId="26606"/>
          <ac:spMkLst>
            <pc:docMk/>
            <pc:sldMk cId="2234238855" sldId="265"/>
            <ac:spMk id="169" creationId="{9B0F30AA-F3F2-4243-A080-0F2575446E5D}"/>
          </ac:spMkLst>
        </pc:spChg>
        <pc:spChg chg="add del">
          <ac:chgData name="LAVANYA SINGH" userId="be9e0eaacd5033b1" providerId="LiveId" clId="{C313BEC5-BB04-4F2C-9796-79F4CA05FC3E}" dt="2023-12-02T20:47:36.089" v="4904" actId="26606"/>
          <ac:spMkLst>
            <pc:docMk/>
            <pc:sldMk cId="2234238855" sldId="265"/>
            <ac:spMk id="171" creationId="{CF6BB2E5-F5C5-4876-9282-B0246E035740}"/>
          </ac:spMkLst>
        </pc:spChg>
        <pc:spChg chg="add del">
          <ac:chgData name="LAVANYA SINGH" userId="be9e0eaacd5033b1" providerId="LiveId" clId="{C313BEC5-BB04-4F2C-9796-79F4CA05FC3E}" dt="2023-12-02T20:47:36.089" v="4904" actId="26606"/>
          <ac:spMkLst>
            <pc:docMk/>
            <pc:sldMk cId="2234238855" sldId="265"/>
            <ac:spMk id="172" creationId="{6E53EAE7-3851-4CE7-BE81-EF90F19EF019}"/>
          </ac:spMkLst>
        </pc:spChg>
        <pc:spChg chg="add del">
          <ac:chgData name="LAVANYA SINGH" userId="be9e0eaacd5033b1" providerId="LiveId" clId="{C313BEC5-BB04-4F2C-9796-79F4CA05FC3E}" dt="2023-12-02T20:47:36.089" v="4904" actId="26606"/>
          <ac:spMkLst>
            <pc:docMk/>
            <pc:sldMk cId="2234238855" sldId="265"/>
            <ac:spMk id="174" creationId="{28F80F5E-E59C-4CA7-9E17-1299AF271A05}"/>
          </ac:spMkLst>
        </pc:spChg>
        <pc:spChg chg="add del">
          <ac:chgData name="LAVANYA SINGH" userId="be9e0eaacd5033b1" providerId="LiveId" clId="{C313BEC5-BB04-4F2C-9796-79F4CA05FC3E}" dt="2023-12-02T20:47:36.089" v="4904" actId="26606"/>
          <ac:spMkLst>
            <pc:docMk/>
            <pc:sldMk cId="2234238855" sldId="265"/>
            <ac:spMk id="175" creationId="{018DB29D-7BF5-4F3F-A821-FCCDD402D125}"/>
          </ac:spMkLst>
        </pc:spChg>
        <pc:spChg chg="add del">
          <ac:chgData name="LAVANYA SINGH" userId="be9e0eaacd5033b1" providerId="LiveId" clId="{C313BEC5-BB04-4F2C-9796-79F4CA05FC3E}" dt="2023-12-02T20:47:36.089" v="4904" actId="26606"/>
          <ac:spMkLst>
            <pc:docMk/>
            <pc:sldMk cId="2234238855" sldId="265"/>
            <ac:spMk id="177" creationId="{ADFD6DF8-A0C0-4F1A-B0D1-EEDDA20C21D1}"/>
          </ac:spMkLst>
        </pc:spChg>
        <pc:spChg chg="add del">
          <ac:chgData name="LAVANYA SINGH" userId="be9e0eaacd5033b1" providerId="LiveId" clId="{C313BEC5-BB04-4F2C-9796-79F4CA05FC3E}" dt="2023-12-02T20:47:36.089" v="4904" actId="26606"/>
          <ac:spMkLst>
            <pc:docMk/>
            <pc:sldMk cId="2234238855" sldId="265"/>
            <ac:spMk id="178" creationId="{BCE4841E-55FD-437E-8181-FFBDE673B10D}"/>
          </ac:spMkLst>
        </pc:spChg>
        <pc:spChg chg="add del">
          <ac:chgData name="LAVANYA SINGH" userId="be9e0eaacd5033b1" providerId="LiveId" clId="{C313BEC5-BB04-4F2C-9796-79F4CA05FC3E}" dt="2023-12-02T20:47:54.971" v="4906" actId="26606"/>
          <ac:spMkLst>
            <pc:docMk/>
            <pc:sldMk cId="2234238855" sldId="265"/>
            <ac:spMk id="180" creationId="{2F888C18-7E74-4A98-A7B4-A5C43583A482}"/>
          </ac:spMkLst>
        </pc:spChg>
        <pc:spChg chg="add del">
          <ac:chgData name="LAVANYA SINGH" userId="be9e0eaacd5033b1" providerId="LiveId" clId="{C313BEC5-BB04-4F2C-9796-79F4CA05FC3E}" dt="2023-12-02T20:47:54.971" v="4906" actId="26606"/>
          <ac:spMkLst>
            <pc:docMk/>
            <pc:sldMk cId="2234238855" sldId="265"/>
            <ac:spMk id="181" creationId="{20436840-698D-4B5F-A7C0-101AD48D861E}"/>
          </ac:spMkLst>
        </pc:spChg>
        <pc:spChg chg="add del">
          <ac:chgData name="LAVANYA SINGH" userId="be9e0eaacd5033b1" providerId="LiveId" clId="{C313BEC5-BB04-4F2C-9796-79F4CA05FC3E}" dt="2023-12-02T20:47:54.971" v="4906" actId="26606"/>
          <ac:spMkLst>
            <pc:docMk/>
            <pc:sldMk cId="2234238855" sldId="265"/>
            <ac:spMk id="182" creationId="{3682BE5A-770A-4799-BE6D-CE0BD0AD28C0}"/>
          </ac:spMkLst>
        </pc:spChg>
        <pc:spChg chg="add del">
          <ac:chgData name="LAVANYA SINGH" userId="be9e0eaacd5033b1" providerId="LiveId" clId="{C313BEC5-BB04-4F2C-9796-79F4CA05FC3E}" dt="2023-12-02T20:47:54.971" v="4906" actId="26606"/>
          <ac:spMkLst>
            <pc:docMk/>
            <pc:sldMk cId="2234238855" sldId="265"/>
            <ac:spMk id="183" creationId="{85B58713-80A3-4F72-8ADA-A63E6BA8BC00}"/>
          </ac:spMkLst>
        </pc:spChg>
        <pc:spChg chg="add del">
          <ac:chgData name="LAVANYA SINGH" userId="be9e0eaacd5033b1" providerId="LiveId" clId="{C313BEC5-BB04-4F2C-9796-79F4CA05FC3E}" dt="2023-12-02T20:48:42.176" v="4920" actId="26606"/>
          <ac:spMkLst>
            <pc:docMk/>
            <pc:sldMk cId="2234238855" sldId="265"/>
            <ac:spMk id="185" creationId="{BB2B8762-61F0-4F1B-9364-D633EE9D6AF5}"/>
          </ac:spMkLst>
        </pc:spChg>
        <pc:spChg chg="add del">
          <ac:chgData name="LAVANYA SINGH" userId="be9e0eaacd5033b1" providerId="LiveId" clId="{C313BEC5-BB04-4F2C-9796-79F4CA05FC3E}" dt="2023-12-02T20:48:42.176" v="4920" actId="26606"/>
          <ac:spMkLst>
            <pc:docMk/>
            <pc:sldMk cId="2234238855" sldId="265"/>
            <ac:spMk id="186" creationId="{E97675C8-1328-460C-9EBF-6B446B67EAD3}"/>
          </ac:spMkLst>
        </pc:spChg>
        <pc:spChg chg="add del">
          <ac:chgData name="LAVANYA SINGH" userId="be9e0eaacd5033b1" providerId="LiveId" clId="{C313BEC5-BB04-4F2C-9796-79F4CA05FC3E}" dt="2023-12-02T20:48:42.176" v="4920" actId="26606"/>
          <ac:spMkLst>
            <pc:docMk/>
            <pc:sldMk cId="2234238855" sldId="265"/>
            <ac:spMk id="188" creationId="{C6417104-D4C1-4710-9982-2154A7F48492}"/>
          </ac:spMkLst>
        </pc:spChg>
        <pc:spChg chg="add del">
          <ac:chgData name="LAVANYA SINGH" userId="be9e0eaacd5033b1" providerId="LiveId" clId="{C313BEC5-BB04-4F2C-9796-79F4CA05FC3E}" dt="2023-12-02T20:48:42.176" v="4920" actId="26606"/>
          <ac:spMkLst>
            <pc:docMk/>
            <pc:sldMk cId="2234238855" sldId="265"/>
            <ac:spMk id="189" creationId="{626F1402-2DEC-4071-84AF-350C7BF00D43}"/>
          </ac:spMkLst>
        </pc:spChg>
        <pc:spChg chg="add del">
          <ac:chgData name="LAVANYA SINGH" userId="be9e0eaacd5033b1" providerId="LiveId" clId="{C313BEC5-BB04-4F2C-9796-79F4CA05FC3E}" dt="2023-12-02T20:48:42.176" v="4920" actId="26606"/>
          <ac:spMkLst>
            <pc:docMk/>
            <pc:sldMk cId="2234238855" sldId="265"/>
            <ac:spMk id="191" creationId="{DA52A394-10F4-4AA5-90E4-634D1E919DBA}"/>
          </ac:spMkLst>
        </pc:spChg>
        <pc:spChg chg="add del">
          <ac:chgData name="LAVANYA SINGH" userId="be9e0eaacd5033b1" providerId="LiveId" clId="{C313BEC5-BB04-4F2C-9796-79F4CA05FC3E}" dt="2023-12-02T20:48:42.176" v="4920" actId="26606"/>
          <ac:spMkLst>
            <pc:docMk/>
            <pc:sldMk cId="2234238855" sldId="265"/>
            <ac:spMk id="192" creationId="{07BDDC51-8BB2-42BE-8EA8-39B3E9AC1EF6}"/>
          </ac:spMkLst>
        </pc:spChg>
        <pc:spChg chg="add del">
          <ac:chgData name="LAVANYA SINGH" userId="be9e0eaacd5033b1" providerId="LiveId" clId="{C313BEC5-BB04-4F2C-9796-79F4CA05FC3E}" dt="2023-12-02T20:48:42.175" v="4919" actId="26606"/>
          <ac:spMkLst>
            <pc:docMk/>
            <pc:sldMk cId="2234238855" sldId="265"/>
            <ac:spMk id="197" creationId="{BB2B8762-61F0-4F1B-9364-D633EE9D6AF5}"/>
          </ac:spMkLst>
        </pc:spChg>
        <pc:spChg chg="add del">
          <ac:chgData name="LAVANYA SINGH" userId="be9e0eaacd5033b1" providerId="LiveId" clId="{C313BEC5-BB04-4F2C-9796-79F4CA05FC3E}" dt="2023-12-02T20:48:42.175" v="4919" actId="26606"/>
          <ac:spMkLst>
            <pc:docMk/>
            <pc:sldMk cId="2234238855" sldId="265"/>
            <ac:spMk id="199" creationId="{E97675C8-1328-460C-9EBF-6B446B67EAD3}"/>
          </ac:spMkLst>
        </pc:spChg>
        <pc:spChg chg="add del">
          <ac:chgData name="LAVANYA SINGH" userId="be9e0eaacd5033b1" providerId="LiveId" clId="{C313BEC5-BB04-4F2C-9796-79F4CA05FC3E}" dt="2023-12-02T20:48:42.175" v="4919" actId="26606"/>
          <ac:spMkLst>
            <pc:docMk/>
            <pc:sldMk cId="2234238855" sldId="265"/>
            <ac:spMk id="203" creationId="{2AD83CFE-1CA3-4832-A4B9-C48CD1347C03}"/>
          </ac:spMkLst>
        </pc:spChg>
        <pc:spChg chg="add del">
          <ac:chgData name="LAVANYA SINGH" userId="be9e0eaacd5033b1" providerId="LiveId" clId="{C313BEC5-BB04-4F2C-9796-79F4CA05FC3E}" dt="2023-12-02T20:48:42.175" v="4919" actId="26606"/>
          <ac:spMkLst>
            <pc:docMk/>
            <pc:sldMk cId="2234238855" sldId="265"/>
            <ac:spMk id="205" creationId="{BC98641C-7F74-435D-996F-A4387A3C3C26}"/>
          </ac:spMkLst>
        </pc:spChg>
        <pc:spChg chg="add del">
          <ac:chgData name="LAVANYA SINGH" userId="be9e0eaacd5033b1" providerId="LiveId" clId="{C313BEC5-BB04-4F2C-9796-79F4CA05FC3E}" dt="2023-12-02T20:48:42.175" v="4919" actId="26606"/>
          <ac:spMkLst>
            <pc:docMk/>
            <pc:sldMk cId="2234238855" sldId="265"/>
            <ac:spMk id="207" creationId="{F530C0F6-C8DF-4539-B30C-8105DB618C20}"/>
          </ac:spMkLst>
        </pc:spChg>
        <pc:spChg chg="add del">
          <ac:chgData name="LAVANYA SINGH" userId="be9e0eaacd5033b1" providerId="LiveId" clId="{C313BEC5-BB04-4F2C-9796-79F4CA05FC3E}" dt="2023-12-02T20:48:42.175" v="4919" actId="26606"/>
          <ac:spMkLst>
            <pc:docMk/>
            <pc:sldMk cId="2234238855" sldId="265"/>
            <ac:spMk id="209" creationId="{BAE51241-AA8B-4B82-9C59-6738DB85674C}"/>
          </ac:spMkLst>
        </pc:spChg>
        <pc:spChg chg="add del">
          <ac:chgData name="LAVANYA SINGH" userId="be9e0eaacd5033b1" providerId="LiveId" clId="{C313BEC5-BB04-4F2C-9796-79F4CA05FC3E}" dt="2023-12-02T21:01:25.723" v="4961" actId="26606"/>
          <ac:spMkLst>
            <pc:docMk/>
            <pc:sldMk cId="2234238855" sldId="265"/>
            <ac:spMk id="211" creationId="{07BDDC51-8BB2-42BE-8EA8-39B3E9AC1EF6}"/>
          </ac:spMkLst>
        </pc:spChg>
        <pc:spChg chg="add del">
          <ac:chgData name="LAVANYA SINGH" userId="be9e0eaacd5033b1" providerId="LiveId" clId="{C313BEC5-BB04-4F2C-9796-79F4CA05FC3E}" dt="2023-12-02T21:01:25.723" v="4961" actId="26606"/>
          <ac:spMkLst>
            <pc:docMk/>
            <pc:sldMk cId="2234238855" sldId="265"/>
            <ac:spMk id="212" creationId="{BB2B8762-61F0-4F1B-9364-D633EE9D6AF5}"/>
          </ac:spMkLst>
        </pc:spChg>
        <pc:spChg chg="add del">
          <ac:chgData name="LAVANYA SINGH" userId="be9e0eaacd5033b1" providerId="LiveId" clId="{C313BEC5-BB04-4F2C-9796-79F4CA05FC3E}" dt="2023-12-02T21:01:25.723" v="4961" actId="26606"/>
          <ac:spMkLst>
            <pc:docMk/>
            <pc:sldMk cId="2234238855" sldId="265"/>
            <ac:spMk id="213" creationId="{E97675C8-1328-460C-9EBF-6B446B67EAD3}"/>
          </ac:spMkLst>
        </pc:spChg>
        <pc:spChg chg="add del">
          <ac:chgData name="LAVANYA SINGH" userId="be9e0eaacd5033b1" providerId="LiveId" clId="{C313BEC5-BB04-4F2C-9796-79F4CA05FC3E}" dt="2023-12-02T21:01:25.723" v="4961" actId="26606"/>
          <ac:spMkLst>
            <pc:docMk/>
            <pc:sldMk cId="2234238855" sldId="265"/>
            <ac:spMk id="215" creationId="{C6417104-D4C1-4710-9982-2154A7F48492}"/>
          </ac:spMkLst>
        </pc:spChg>
        <pc:spChg chg="add del">
          <ac:chgData name="LAVANYA SINGH" userId="be9e0eaacd5033b1" providerId="LiveId" clId="{C313BEC5-BB04-4F2C-9796-79F4CA05FC3E}" dt="2023-12-02T21:01:25.723" v="4961" actId="26606"/>
          <ac:spMkLst>
            <pc:docMk/>
            <pc:sldMk cId="2234238855" sldId="265"/>
            <ac:spMk id="216" creationId="{626F1402-2DEC-4071-84AF-350C7BF00D43}"/>
          </ac:spMkLst>
        </pc:spChg>
        <pc:spChg chg="add del">
          <ac:chgData name="LAVANYA SINGH" userId="be9e0eaacd5033b1" providerId="LiveId" clId="{C313BEC5-BB04-4F2C-9796-79F4CA05FC3E}" dt="2023-12-02T21:01:25.723" v="4961" actId="26606"/>
          <ac:spMkLst>
            <pc:docMk/>
            <pc:sldMk cId="2234238855" sldId="265"/>
            <ac:spMk id="218" creationId="{DA52A394-10F4-4AA5-90E4-634D1E919DBA}"/>
          </ac:spMkLst>
        </pc:spChg>
        <pc:spChg chg="add del">
          <ac:chgData name="LAVANYA SINGH" userId="be9e0eaacd5033b1" providerId="LiveId" clId="{C313BEC5-BB04-4F2C-9796-79F4CA05FC3E}" dt="2023-12-02T21:00:46.503" v="4951" actId="26606"/>
          <ac:spMkLst>
            <pc:docMk/>
            <pc:sldMk cId="2234238855" sldId="265"/>
            <ac:spMk id="223" creationId="{BB2B8762-61F0-4F1B-9364-D633EE9D6AF5}"/>
          </ac:spMkLst>
        </pc:spChg>
        <pc:spChg chg="add del">
          <ac:chgData name="LAVANYA SINGH" userId="be9e0eaacd5033b1" providerId="LiveId" clId="{C313BEC5-BB04-4F2C-9796-79F4CA05FC3E}" dt="2023-12-02T21:00:46.503" v="4951" actId="26606"/>
          <ac:spMkLst>
            <pc:docMk/>
            <pc:sldMk cId="2234238855" sldId="265"/>
            <ac:spMk id="225" creationId="{E97675C8-1328-460C-9EBF-6B446B67EAD3}"/>
          </ac:spMkLst>
        </pc:spChg>
        <pc:spChg chg="add del">
          <ac:chgData name="LAVANYA SINGH" userId="be9e0eaacd5033b1" providerId="LiveId" clId="{C313BEC5-BB04-4F2C-9796-79F4CA05FC3E}" dt="2023-12-02T21:00:46.503" v="4951" actId="26606"/>
          <ac:spMkLst>
            <pc:docMk/>
            <pc:sldMk cId="2234238855" sldId="265"/>
            <ac:spMk id="229" creationId="{7FBFF947-0568-41C8-9D1F-B98750138E81}"/>
          </ac:spMkLst>
        </pc:spChg>
        <pc:spChg chg="add del">
          <ac:chgData name="LAVANYA SINGH" userId="be9e0eaacd5033b1" providerId="LiveId" clId="{C313BEC5-BB04-4F2C-9796-79F4CA05FC3E}" dt="2023-12-02T21:00:46.503" v="4951" actId="26606"/>
          <ac:spMkLst>
            <pc:docMk/>
            <pc:sldMk cId="2234238855" sldId="265"/>
            <ac:spMk id="231" creationId="{3B146F29-E510-4DB4-B56B-1A876664590B}"/>
          </ac:spMkLst>
        </pc:spChg>
        <pc:spChg chg="add del">
          <ac:chgData name="LAVANYA SINGH" userId="be9e0eaacd5033b1" providerId="LiveId" clId="{C313BEC5-BB04-4F2C-9796-79F4CA05FC3E}" dt="2023-12-02T21:00:46.503" v="4951" actId="26606"/>
          <ac:spMkLst>
            <pc:docMk/>
            <pc:sldMk cId="2234238855" sldId="265"/>
            <ac:spMk id="233" creationId="{43FDA1FA-3541-46E6-83FF-BDDA692BBA12}"/>
          </ac:spMkLst>
        </pc:spChg>
        <pc:spChg chg="add del">
          <ac:chgData name="LAVANYA SINGH" userId="be9e0eaacd5033b1" providerId="LiveId" clId="{C313BEC5-BB04-4F2C-9796-79F4CA05FC3E}" dt="2023-12-02T21:00:52.955" v="4954" actId="26606"/>
          <ac:spMkLst>
            <pc:docMk/>
            <pc:sldMk cId="2234238855" sldId="265"/>
            <ac:spMk id="237" creationId="{677E6F63-A90A-46ED-8EDD-86C8FFE6AE36}"/>
          </ac:spMkLst>
        </pc:spChg>
        <pc:spChg chg="add del">
          <ac:chgData name="LAVANYA SINGH" userId="be9e0eaacd5033b1" providerId="LiveId" clId="{C313BEC5-BB04-4F2C-9796-79F4CA05FC3E}" dt="2023-12-02T21:00:52.955" v="4954" actId="26606"/>
          <ac:spMkLst>
            <pc:docMk/>
            <pc:sldMk cId="2234238855" sldId="265"/>
            <ac:spMk id="238" creationId="{CF6BB2E5-F5C5-4876-9282-B0246E035740}"/>
          </ac:spMkLst>
        </pc:spChg>
        <pc:spChg chg="add del">
          <ac:chgData name="LAVANYA SINGH" userId="be9e0eaacd5033b1" providerId="LiveId" clId="{C313BEC5-BB04-4F2C-9796-79F4CA05FC3E}" dt="2023-12-02T21:00:52.955" v="4954" actId="26606"/>
          <ac:spMkLst>
            <pc:docMk/>
            <pc:sldMk cId="2234238855" sldId="265"/>
            <ac:spMk id="239" creationId="{6E53EAE7-3851-4CE7-BE81-EF90F19EF019}"/>
          </ac:spMkLst>
        </pc:spChg>
        <pc:spChg chg="add del">
          <ac:chgData name="LAVANYA SINGH" userId="be9e0eaacd5033b1" providerId="LiveId" clId="{C313BEC5-BB04-4F2C-9796-79F4CA05FC3E}" dt="2023-12-02T21:00:52.955" v="4954" actId="26606"/>
          <ac:spMkLst>
            <pc:docMk/>
            <pc:sldMk cId="2234238855" sldId="265"/>
            <ac:spMk id="241" creationId="{C20A2D63-0D7E-4B4F-A9F2-F9852CC72C04}"/>
          </ac:spMkLst>
        </pc:spChg>
        <pc:spChg chg="add del">
          <ac:chgData name="LAVANYA SINGH" userId="be9e0eaacd5033b1" providerId="LiveId" clId="{C313BEC5-BB04-4F2C-9796-79F4CA05FC3E}" dt="2023-12-02T21:00:52.955" v="4954" actId="26606"/>
          <ac:spMkLst>
            <pc:docMk/>
            <pc:sldMk cId="2234238855" sldId="265"/>
            <ac:spMk id="242" creationId="{A6A4E53B-937C-4A41-886E-0E12FC9A2842}"/>
          </ac:spMkLst>
        </pc:spChg>
        <pc:spChg chg="add del">
          <ac:chgData name="LAVANYA SINGH" userId="be9e0eaacd5033b1" providerId="LiveId" clId="{C313BEC5-BB04-4F2C-9796-79F4CA05FC3E}" dt="2023-12-02T21:00:52.955" v="4954" actId="26606"/>
          <ac:spMkLst>
            <pc:docMk/>
            <pc:sldMk cId="2234238855" sldId="265"/>
            <ac:spMk id="243" creationId="{2C4AFC42-E333-4873-8029-5F670A05D850}"/>
          </ac:spMkLst>
        </pc:spChg>
        <pc:spChg chg="add del">
          <ac:chgData name="LAVANYA SINGH" userId="be9e0eaacd5033b1" providerId="LiveId" clId="{C313BEC5-BB04-4F2C-9796-79F4CA05FC3E}" dt="2023-12-02T21:00:52.955" v="4954" actId="26606"/>
          <ac:spMkLst>
            <pc:docMk/>
            <pc:sldMk cId="2234238855" sldId="265"/>
            <ac:spMk id="244" creationId="{7D4F7319-24E1-4DA3-8865-13E84F3C24E9}"/>
          </ac:spMkLst>
        </pc:spChg>
        <pc:spChg chg="add del">
          <ac:chgData name="LAVANYA SINGH" userId="be9e0eaacd5033b1" providerId="LiveId" clId="{C313BEC5-BB04-4F2C-9796-79F4CA05FC3E}" dt="2023-12-02T21:01:24.120" v="4958" actId="26606"/>
          <ac:spMkLst>
            <pc:docMk/>
            <pc:sldMk cId="2234238855" sldId="265"/>
            <ac:spMk id="245" creationId="{1404B88B-611D-49A6-A6CE-50699B730D6C}"/>
          </ac:spMkLst>
        </pc:spChg>
        <pc:spChg chg="add del">
          <ac:chgData name="LAVANYA SINGH" userId="be9e0eaacd5033b1" providerId="LiveId" clId="{C313BEC5-BB04-4F2C-9796-79F4CA05FC3E}" dt="2023-12-02T21:01:07.730" v="4956" actId="26606"/>
          <ac:spMkLst>
            <pc:docMk/>
            <pc:sldMk cId="2234238855" sldId="265"/>
            <ac:spMk id="246" creationId="{BB2B8762-61F0-4F1B-9364-D633EE9D6AF5}"/>
          </ac:spMkLst>
        </pc:spChg>
        <pc:spChg chg="add del">
          <ac:chgData name="LAVANYA SINGH" userId="be9e0eaacd5033b1" providerId="LiveId" clId="{C313BEC5-BB04-4F2C-9796-79F4CA05FC3E}" dt="2023-12-02T21:01:07.730" v="4956" actId="26606"/>
          <ac:spMkLst>
            <pc:docMk/>
            <pc:sldMk cId="2234238855" sldId="265"/>
            <ac:spMk id="247" creationId="{E97675C8-1328-460C-9EBF-6B446B67EAD3}"/>
          </ac:spMkLst>
        </pc:spChg>
        <pc:spChg chg="add del">
          <ac:chgData name="LAVANYA SINGH" userId="be9e0eaacd5033b1" providerId="LiveId" clId="{C313BEC5-BB04-4F2C-9796-79F4CA05FC3E}" dt="2023-12-02T21:01:07.730" v="4956" actId="26606"/>
          <ac:spMkLst>
            <pc:docMk/>
            <pc:sldMk cId="2234238855" sldId="265"/>
            <ac:spMk id="249" creationId="{18BA3243-42C1-4315-9ADA-40AA9319B7A1}"/>
          </ac:spMkLst>
        </pc:spChg>
        <pc:spChg chg="add del">
          <ac:chgData name="LAVANYA SINGH" userId="be9e0eaacd5033b1" providerId="LiveId" clId="{C313BEC5-BB04-4F2C-9796-79F4CA05FC3E}" dt="2023-12-02T21:01:07.730" v="4956" actId="26606"/>
          <ac:spMkLst>
            <pc:docMk/>
            <pc:sldMk cId="2234238855" sldId="265"/>
            <ac:spMk id="250" creationId="{3CD2AC58-26E2-4F2B-BB55-FF8007E4BD07}"/>
          </ac:spMkLst>
        </pc:spChg>
        <pc:spChg chg="add del">
          <ac:chgData name="LAVANYA SINGH" userId="be9e0eaacd5033b1" providerId="LiveId" clId="{C313BEC5-BB04-4F2C-9796-79F4CA05FC3E}" dt="2023-12-02T21:01:07.730" v="4956" actId="26606"/>
          <ac:spMkLst>
            <pc:docMk/>
            <pc:sldMk cId="2234238855" sldId="265"/>
            <ac:spMk id="251" creationId="{4A357E09-6CAE-4F82-B074-82B8BD7C8CE6}"/>
          </ac:spMkLst>
        </pc:spChg>
        <pc:spChg chg="add del">
          <ac:chgData name="LAVANYA SINGH" userId="be9e0eaacd5033b1" providerId="LiveId" clId="{C313BEC5-BB04-4F2C-9796-79F4CA05FC3E}" dt="2023-12-02T21:01:07.730" v="4956" actId="26606"/>
          <ac:spMkLst>
            <pc:docMk/>
            <pc:sldMk cId="2234238855" sldId="265"/>
            <ac:spMk id="252" creationId="{4E2EA671-F09A-4CF2-96A1-9255D53C15EE}"/>
          </ac:spMkLst>
        </pc:spChg>
        <pc:spChg chg="add del">
          <ac:chgData name="LAVANYA SINGH" userId="be9e0eaacd5033b1" providerId="LiveId" clId="{C313BEC5-BB04-4F2C-9796-79F4CA05FC3E}" dt="2023-12-02T21:01:07.730" v="4956" actId="26606"/>
          <ac:spMkLst>
            <pc:docMk/>
            <pc:sldMk cId="2234238855" sldId="265"/>
            <ac:spMk id="253" creationId="{F372741D-A371-404D-910F-5BF0CD35790D}"/>
          </ac:spMkLst>
        </pc:spChg>
        <pc:spChg chg="add del">
          <ac:chgData name="LAVANYA SINGH" userId="be9e0eaacd5033b1" providerId="LiveId" clId="{C313BEC5-BB04-4F2C-9796-79F4CA05FC3E}" dt="2023-12-02T21:01:07.730" v="4956" actId="26606"/>
          <ac:spMkLst>
            <pc:docMk/>
            <pc:sldMk cId="2234238855" sldId="265"/>
            <ac:spMk id="255" creationId="{FEF7D0D6-CA38-4628-8593-6698417275BD}"/>
          </ac:spMkLst>
        </pc:spChg>
        <pc:spChg chg="add del">
          <ac:chgData name="LAVANYA SINGH" userId="be9e0eaacd5033b1" providerId="LiveId" clId="{C313BEC5-BB04-4F2C-9796-79F4CA05FC3E}" dt="2023-12-02T21:01:07.730" v="4956" actId="26606"/>
          <ac:spMkLst>
            <pc:docMk/>
            <pc:sldMk cId="2234238855" sldId="265"/>
            <ac:spMk id="256" creationId="{458660E3-E5DE-4B48-BF77-8452EF6B4D9C}"/>
          </ac:spMkLst>
        </pc:spChg>
        <pc:spChg chg="add del">
          <ac:chgData name="LAVANYA SINGH" userId="be9e0eaacd5033b1" providerId="LiveId" clId="{C313BEC5-BB04-4F2C-9796-79F4CA05FC3E}" dt="2023-12-02T21:01:24.120" v="4958" actId="26606"/>
          <ac:spMkLst>
            <pc:docMk/>
            <pc:sldMk cId="2234238855" sldId="265"/>
            <ac:spMk id="258" creationId="{BB2B8762-61F0-4F1B-9364-D633EE9D6AF5}"/>
          </ac:spMkLst>
        </pc:spChg>
        <pc:spChg chg="add del">
          <ac:chgData name="LAVANYA SINGH" userId="be9e0eaacd5033b1" providerId="LiveId" clId="{C313BEC5-BB04-4F2C-9796-79F4CA05FC3E}" dt="2023-12-02T21:01:24.120" v="4958" actId="26606"/>
          <ac:spMkLst>
            <pc:docMk/>
            <pc:sldMk cId="2234238855" sldId="265"/>
            <ac:spMk id="259" creationId="{E97675C8-1328-460C-9EBF-6B446B67EAD3}"/>
          </ac:spMkLst>
        </pc:spChg>
        <pc:spChg chg="add del">
          <ac:chgData name="LAVANYA SINGH" userId="be9e0eaacd5033b1" providerId="LiveId" clId="{C313BEC5-BB04-4F2C-9796-79F4CA05FC3E}" dt="2023-12-02T21:01:24.120" v="4958" actId="26606"/>
          <ac:spMkLst>
            <pc:docMk/>
            <pc:sldMk cId="2234238855" sldId="265"/>
            <ac:spMk id="261" creationId="{C49F6E38-C76D-4CE6-83E5-6F7B5DDF6DFE}"/>
          </ac:spMkLst>
        </pc:spChg>
        <pc:spChg chg="add del">
          <ac:chgData name="LAVANYA SINGH" userId="be9e0eaacd5033b1" providerId="LiveId" clId="{C313BEC5-BB04-4F2C-9796-79F4CA05FC3E}" dt="2023-12-02T21:01:24.120" v="4958" actId="26606"/>
          <ac:spMkLst>
            <pc:docMk/>
            <pc:sldMk cId="2234238855" sldId="265"/>
            <ac:spMk id="262" creationId="{3E3EF1E0-3F0C-476E-8366-6FDC6F414080}"/>
          </ac:spMkLst>
        </pc:spChg>
        <pc:spChg chg="add del">
          <ac:chgData name="LAVANYA SINGH" userId="be9e0eaacd5033b1" providerId="LiveId" clId="{C313BEC5-BB04-4F2C-9796-79F4CA05FC3E}" dt="2023-12-02T21:01:24.120" v="4958" actId="26606"/>
          <ac:spMkLst>
            <pc:docMk/>
            <pc:sldMk cId="2234238855" sldId="265"/>
            <ac:spMk id="263" creationId="{F17B5613-D9CE-4810-9201-A123DE9037DF}"/>
          </ac:spMkLst>
        </pc:spChg>
        <pc:spChg chg="add del">
          <ac:chgData name="LAVANYA SINGH" userId="be9e0eaacd5033b1" providerId="LiveId" clId="{C313BEC5-BB04-4F2C-9796-79F4CA05FC3E}" dt="2023-12-02T21:01:24.120" v="4958" actId="26606"/>
          <ac:spMkLst>
            <pc:docMk/>
            <pc:sldMk cId="2234238855" sldId="265"/>
            <ac:spMk id="264" creationId="{DE5EC5CE-C2C3-4ABC-8672-A86010657D59}"/>
          </ac:spMkLst>
        </pc:spChg>
        <pc:spChg chg="add del">
          <ac:chgData name="LAVANYA SINGH" userId="be9e0eaacd5033b1" providerId="LiveId" clId="{C313BEC5-BB04-4F2C-9796-79F4CA05FC3E}" dt="2023-12-02T21:01:24.120" v="4958" actId="26606"/>
          <ac:spMkLst>
            <pc:docMk/>
            <pc:sldMk cId="2234238855" sldId="265"/>
            <ac:spMk id="265" creationId="{241DA037-ADF2-4A57-B4F3-68A3DC9111EB}"/>
          </ac:spMkLst>
        </pc:spChg>
        <pc:spChg chg="add del">
          <ac:chgData name="LAVANYA SINGH" userId="be9e0eaacd5033b1" providerId="LiveId" clId="{C313BEC5-BB04-4F2C-9796-79F4CA05FC3E}" dt="2023-12-02T21:01:24.120" v="4958" actId="26606"/>
          <ac:spMkLst>
            <pc:docMk/>
            <pc:sldMk cId="2234238855" sldId="265"/>
            <ac:spMk id="266" creationId="{913DD70C-A9D7-4E64-9001-DE337AFE3F2F}"/>
          </ac:spMkLst>
        </pc:spChg>
        <pc:spChg chg="add del">
          <ac:chgData name="LAVANYA SINGH" userId="be9e0eaacd5033b1" providerId="LiveId" clId="{C313BEC5-BB04-4F2C-9796-79F4CA05FC3E}" dt="2023-12-02T21:01:24.120" v="4958" actId="26606"/>
          <ac:spMkLst>
            <pc:docMk/>
            <pc:sldMk cId="2234238855" sldId="265"/>
            <ac:spMk id="268" creationId="{71FA22CF-116B-4645-966C-12602996398E}"/>
          </ac:spMkLst>
        </pc:spChg>
        <pc:spChg chg="add del">
          <ac:chgData name="LAVANYA SINGH" userId="be9e0eaacd5033b1" providerId="LiveId" clId="{C313BEC5-BB04-4F2C-9796-79F4CA05FC3E}" dt="2023-12-02T21:01:25.714" v="4960" actId="26606"/>
          <ac:spMkLst>
            <pc:docMk/>
            <pc:sldMk cId="2234238855" sldId="265"/>
            <ac:spMk id="270" creationId="{BB2B8762-61F0-4F1B-9364-D633EE9D6AF5}"/>
          </ac:spMkLst>
        </pc:spChg>
        <pc:spChg chg="add del">
          <ac:chgData name="LAVANYA SINGH" userId="be9e0eaacd5033b1" providerId="LiveId" clId="{C313BEC5-BB04-4F2C-9796-79F4CA05FC3E}" dt="2023-12-02T21:01:25.714" v="4960" actId="26606"/>
          <ac:spMkLst>
            <pc:docMk/>
            <pc:sldMk cId="2234238855" sldId="265"/>
            <ac:spMk id="271" creationId="{E97675C8-1328-460C-9EBF-6B446B67EAD3}"/>
          </ac:spMkLst>
        </pc:spChg>
        <pc:spChg chg="add del">
          <ac:chgData name="LAVANYA SINGH" userId="be9e0eaacd5033b1" providerId="LiveId" clId="{C313BEC5-BB04-4F2C-9796-79F4CA05FC3E}" dt="2023-12-02T21:01:25.714" v="4960" actId="26606"/>
          <ac:spMkLst>
            <pc:docMk/>
            <pc:sldMk cId="2234238855" sldId="265"/>
            <ac:spMk id="273" creationId="{C6417104-D4C1-4710-9982-2154A7F48492}"/>
          </ac:spMkLst>
        </pc:spChg>
        <pc:spChg chg="add del">
          <ac:chgData name="LAVANYA SINGH" userId="be9e0eaacd5033b1" providerId="LiveId" clId="{C313BEC5-BB04-4F2C-9796-79F4CA05FC3E}" dt="2023-12-02T21:01:25.714" v="4960" actId="26606"/>
          <ac:spMkLst>
            <pc:docMk/>
            <pc:sldMk cId="2234238855" sldId="265"/>
            <ac:spMk id="274" creationId="{626F1402-2DEC-4071-84AF-350C7BF00D43}"/>
          </ac:spMkLst>
        </pc:spChg>
        <pc:spChg chg="add del">
          <ac:chgData name="LAVANYA SINGH" userId="be9e0eaacd5033b1" providerId="LiveId" clId="{C313BEC5-BB04-4F2C-9796-79F4CA05FC3E}" dt="2023-12-02T21:01:25.714" v="4960" actId="26606"/>
          <ac:spMkLst>
            <pc:docMk/>
            <pc:sldMk cId="2234238855" sldId="265"/>
            <ac:spMk id="276" creationId="{DA52A394-10F4-4AA5-90E4-634D1E919DBA}"/>
          </ac:spMkLst>
        </pc:spChg>
        <pc:spChg chg="add del">
          <ac:chgData name="LAVANYA SINGH" userId="be9e0eaacd5033b1" providerId="LiveId" clId="{C313BEC5-BB04-4F2C-9796-79F4CA05FC3E}" dt="2023-12-02T21:01:25.714" v="4960" actId="26606"/>
          <ac:spMkLst>
            <pc:docMk/>
            <pc:sldMk cId="2234238855" sldId="265"/>
            <ac:spMk id="277" creationId="{07BDDC51-8BB2-42BE-8EA8-39B3E9AC1EF6}"/>
          </ac:spMkLst>
        </pc:spChg>
        <pc:spChg chg="add del">
          <ac:chgData name="LAVANYA SINGH" userId="be9e0eaacd5033b1" providerId="LiveId" clId="{C313BEC5-BB04-4F2C-9796-79F4CA05FC3E}" dt="2023-12-03T01:17:24.677" v="5262" actId="26606"/>
          <ac:spMkLst>
            <pc:docMk/>
            <pc:sldMk cId="2234238855" sldId="265"/>
            <ac:spMk id="279" creationId="{BB2B8762-61F0-4F1B-9364-D633EE9D6AF5}"/>
          </ac:spMkLst>
        </pc:spChg>
        <pc:spChg chg="add del">
          <ac:chgData name="LAVANYA SINGH" userId="be9e0eaacd5033b1" providerId="LiveId" clId="{C313BEC5-BB04-4F2C-9796-79F4CA05FC3E}" dt="2023-12-03T01:17:24.677" v="5262" actId="26606"/>
          <ac:spMkLst>
            <pc:docMk/>
            <pc:sldMk cId="2234238855" sldId="265"/>
            <ac:spMk id="280" creationId="{E97675C8-1328-460C-9EBF-6B446B67EAD3}"/>
          </ac:spMkLst>
        </pc:spChg>
        <pc:spChg chg="add del">
          <ac:chgData name="LAVANYA SINGH" userId="be9e0eaacd5033b1" providerId="LiveId" clId="{C313BEC5-BB04-4F2C-9796-79F4CA05FC3E}" dt="2023-12-03T01:17:24.677" v="5262" actId="26606"/>
          <ac:spMkLst>
            <pc:docMk/>
            <pc:sldMk cId="2234238855" sldId="265"/>
            <ac:spMk id="282" creationId="{2AD83CFE-1CA3-4832-A4B9-C48CD1347C03}"/>
          </ac:spMkLst>
        </pc:spChg>
        <pc:spChg chg="add del">
          <ac:chgData name="LAVANYA SINGH" userId="be9e0eaacd5033b1" providerId="LiveId" clId="{C313BEC5-BB04-4F2C-9796-79F4CA05FC3E}" dt="2023-12-03T01:17:24.677" v="5262" actId="26606"/>
          <ac:spMkLst>
            <pc:docMk/>
            <pc:sldMk cId="2234238855" sldId="265"/>
            <ac:spMk id="283" creationId="{BC98641C-7F74-435D-996F-A4387A3C3C26}"/>
          </ac:spMkLst>
        </pc:spChg>
        <pc:spChg chg="add del">
          <ac:chgData name="LAVANYA SINGH" userId="be9e0eaacd5033b1" providerId="LiveId" clId="{C313BEC5-BB04-4F2C-9796-79F4CA05FC3E}" dt="2023-12-03T01:17:24.677" v="5262" actId="26606"/>
          <ac:spMkLst>
            <pc:docMk/>
            <pc:sldMk cId="2234238855" sldId="265"/>
            <ac:spMk id="284" creationId="{F530C0F6-C8DF-4539-B30C-8105DB618C20}"/>
          </ac:spMkLst>
        </pc:spChg>
        <pc:spChg chg="add del">
          <ac:chgData name="LAVANYA SINGH" userId="be9e0eaacd5033b1" providerId="LiveId" clId="{C313BEC5-BB04-4F2C-9796-79F4CA05FC3E}" dt="2023-12-03T01:17:24.677" v="5262" actId="26606"/>
          <ac:spMkLst>
            <pc:docMk/>
            <pc:sldMk cId="2234238855" sldId="265"/>
            <ac:spMk id="285" creationId="{BAE51241-AA8B-4B82-9C59-6738DB85674C}"/>
          </ac:spMkLst>
        </pc:spChg>
        <pc:spChg chg="add">
          <ac:chgData name="LAVANYA SINGH" userId="be9e0eaacd5033b1" providerId="LiveId" clId="{C313BEC5-BB04-4F2C-9796-79F4CA05FC3E}" dt="2023-12-03T01:17:24.677" v="5262" actId="26606"/>
          <ac:spMkLst>
            <pc:docMk/>
            <pc:sldMk cId="2234238855" sldId="265"/>
            <ac:spMk id="290" creationId="{BB2B8762-61F0-4F1B-9364-D633EE9D6AF5}"/>
          </ac:spMkLst>
        </pc:spChg>
        <pc:spChg chg="add">
          <ac:chgData name="LAVANYA SINGH" userId="be9e0eaacd5033b1" providerId="LiveId" clId="{C313BEC5-BB04-4F2C-9796-79F4CA05FC3E}" dt="2023-12-03T01:17:24.677" v="5262" actId="26606"/>
          <ac:spMkLst>
            <pc:docMk/>
            <pc:sldMk cId="2234238855" sldId="265"/>
            <ac:spMk id="292" creationId="{E97675C8-1328-460C-9EBF-6B446B67EAD3}"/>
          </ac:spMkLst>
        </pc:spChg>
        <pc:spChg chg="add">
          <ac:chgData name="LAVANYA SINGH" userId="be9e0eaacd5033b1" providerId="LiveId" clId="{C313BEC5-BB04-4F2C-9796-79F4CA05FC3E}" dt="2023-12-03T01:17:24.677" v="5262" actId="26606"/>
          <ac:spMkLst>
            <pc:docMk/>
            <pc:sldMk cId="2234238855" sldId="265"/>
            <ac:spMk id="296" creationId="{C6417104-D4C1-4710-9982-2154A7F48492}"/>
          </ac:spMkLst>
        </pc:spChg>
        <pc:spChg chg="add">
          <ac:chgData name="LAVANYA SINGH" userId="be9e0eaacd5033b1" providerId="LiveId" clId="{C313BEC5-BB04-4F2C-9796-79F4CA05FC3E}" dt="2023-12-03T01:17:24.677" v="5262" actId="26606"/>
          <ac:spMkLst>
            <pc:docMk/>
            <pc:sldMk cId="2234238855" sldId="265"/>
            <ac:spMk id="298" creationId="{626F1402-2DEC-4071-84AF-350C7BF00D43}"/>
          </ac:spMkLst>
        </pc:spChg>
        <pc:spChg chg="add">
          <ac:chgData name="LAVANYA SINGH" userId="be9e0eaacd5033b1" providerId="LiveId" clId="{C313BEC5-BB04-4F2C-9796-79F4CA05FC3E}" dt="2023-12-03T01:17:24.677" v="5262" actId="26606"/>
          <ac:spMkLst>
            <pc:docMk/>
            <pc:sldMk cId="2234238855" sldId="265"/>
            <ac:spMk id="302" creationId="{DA52A394-10F4-4AA5-90E4-634D1E919DBA}"/>
          </ac:spMkLst>
        </pc:spChg>
        <pc:spChg chg="add">
          <ac:chgData name="LAVANYA SINGH" userId="be9e0eaacd5033b1" providerId="LiveId" clId="{C313BEC5-BB04-4F2C-9796-79F4CA05FC3E}" dt="2023-12-03T01:17:24.677" v="5262" actId="26606"/>
          <ac:spMkLst>
            <pc:docMk/>
            <pc:sldMk cId="2234238855" sldId="265"/>
            <ac:spMk id="304" creationId="{07BDDC51-8BB2-42BE-8EA8-39B3E9AC1EF6}"/>
          </ac:spMkLst>
        </pc:spChg>
        <pc:picChg chg="add del mod ord">
          <ac:chgData name="LAVANYA SINGH" userId="be9e0eaacd5033b1" providerId="LiveId" clId="{C313BEC5-BB04-4F2C-9796-79F4CA05FC3E}" dt="2023-12-02T20:48:09.521" v="4909" actId="21"/>
          <ac:picMkLst>
            <pc:docMk/>
            <pc:sldMk cId="2234238855" sldId="265"/>
            <ac:picMk id="5" creationId="{30FD67EE-944F-5E7D-CA03-5203FAEA0636}"/>
          </ac:picMkLst>
        </pc:picChg>
        <pc:picChg chg="add del mod ord">
          <ac:chgData name="LAVANYA SINGH" userId="be9e0eaacd5033b1" providerId="LiveId" clId="{C313BEC5-BB04-4F2C-9796-79F4CA05FC3E}" dt="2023-12-02T20:46:19.144" v="4892" actId="478"/>
          <ac:picMkLst>
            <pc:docMk/>
            <pc:sldMk cId="2234238855" sldId="265"/>
            <ac:picMk id="7" creationId="{7306337D-367E-15DF-AE9D-10EE81AE17F7}"/>
          </ac:picMkLst>
        </pc:picChg>
        <pc:picChg chg="add del mod ord">
          <ac:chgData name="LAVANYA SINGH" userId="be9e0eaacd5033b1" providerId="LiveId" clId="{C313BEC5-BB04-4F2C-9796-79F4CA05FC3E}" dt="2023-12-09T20:06:45.641" v="6060" actId="21"/>
          <ac:picMkLst>
            <pc:docMk/>
            <pc:sldMk cId="2234238855" sldId="265"/>
            <ac:picMk id="9" creationId="{1842A80F-2C04-08B9-FF19-86E1D7D10ED4}"/>
          </ac:picMkLst>
        </pc:picChg>
        <pc:picChg chg="add del mod">
          <ac:chgData name="LAVANYA SINGH" userId="be9e0eaacd5033b1" providerId="LiveId" clId="{C313BEC5-BB04-4F2C-9796-79F4CA05FC3E}" dt="2023-12-09T20:07:01.965" v="6063" actId="21"/>
          <ac:picMkLst>
            <pc:docMk/>
            <pc:sldMk cId="2234238855" sldId="265"/>
            <ac:picMk id="13" creationId="{3CBEB725-813E-32ED-06F9-8BC13C19926E}"/>
          </ac:picMkLst>
        </pc:picChg>
        <pc:cxnChg chg="add del">
          <ac:chgData name="LAVANYA SINGH" userId="be9e0eaacd5033b1" providerId="LiveId" clId="{C313BEC5-BB04-4F2C-9796-79F4CA05FC3E}" dt="2023-12-02T20:35:14.083" v="4860" actId="26606"/>
          <ac:cxnSpMkLst>
            <pc:docMk/>
            <pc:sldMk cId="2234238855" sldId="265"/>
            <ac:cxnSpMk id="16" creationId="{514EE78B-AF71-4195-A01B-F1165D9233BF}"/>
          </ac:cxnSpMkLst>
        </pc:cxnChg>
        <pc:cxnChg chg="add del">
          <ac:chgData name="LAVANYA SINGH" userId="be9e0eaacd5033b1" providerId="LiveId" clId="{C313BEC5-BB04-4F2C-9796-79F4CA05FC3E}" dt="2023-12-02T20:35:16.380" v="4862" actId="26606"/>
          <ac:cxnSpMkLst>
            <pc:docMk/>
            <pc:sldMk cId="2234238855" sldId="265"/>
            <ac:cxnSpMk id="35" creationId="{514EE78B-AF71-4195-A01B-F1165D9233BF}"/>
          </ac:cxnSpMkLst>
        </pc:cxnChg>
        <pc:cxnChg chg="add del">
          <ac:chgData name="LAVANYA SINGH" userId="be9e0eaacd5033b1" providerId="LiveId" clId="{C313BEC5-BB04-4F2C-9796-79F4CA05FC3E}" dt="2023-12-02T20:35:16.380" v="4862" actId="26606"/>
          <ac:cxnSpMkLst>
            <pc:docMk/>
            <pc:sldMk cId="2234238855" sldId="265"/>
            <ac:cxnSpMk id="41" creationId="{AE5F1B50-B32F-4B5D-8735-8F3E9B7EE866}"/>
          </ac:cxnSpMkLst>
        </pc:cxnChg>
        <pc:cxnChg chg="add del">
          <ac:chgData name="LAVANYA SINGH" userId="be9e0eaacd5033b1" providerId="LiveId" clId="{C313BEC5-BB04-4F2C-9796-79F4CA05FC3E}" dt="2023-12-02T20:40:40.818" v="4874" actId="26606"/>
          <ac:cxnSpMkLst>
            <pc:docMk/>
            <pc:sldMk cId="2234238855" sldId="265"/>
            <ac:cxnSpMk id="46" creationId="{5C5EFB6A-0AF1-46B2-B103-4AA6C7B31025}"/>
          </ac:cxnSpMkLst>
        </pc:cxnChg>
        <pc:cxnChg chg="add del">
          <ac:chgData name="LAVANYA SINGH" userId="be9e0eaacd5033b1" providerId="LiveId" clId="{C313BEC5-BB04-4F2C-9796-79F4CA05FC3E}" dt="2023-12-02T20:40:40.818" v="4874" actId="26606"/>
          <ac:cxnSpMkLst>
            <pc:docMk/>
            <pc:sldMk cId="2234238855" sldId="265"/>
            <ac:cxnSpMk id="48" creationId="{0E4E35E5-549B-4C6F-AC59-8ECD9905C80A}"/>
          </ac:cxnSpMkLst>
        </pc:cxnChg>
        <pc:cxnChg chg="add del">
          <ac:chgData name="LAVANYA SINGH" userId="be9e0eaacd5033b1" providerId="LiveId" clId="{C313BEC5-BB04-4F2C-9796-79F4CA05FC3E}" dt="2023-12-02T20:40:15.122" v="4871" actId="26606"/>
          <ac:cxnSpMkLst>
            <pc:docMk/>
            <pc:sldMk cId="2234238855" sldId="265"/>
            <ac:cxnSpMk id="59" creationId="{514EE78B-AF71-4195-A01B-F1165D9233BF}"/>
          </ac:cxnSpMkLst>
        </pc:cxnChg>
        <pc:cxnChg chg="add del">
          <ac:chgData name="LAVANYA SINGH" userId="be9e0eaacd5033b1" providerId="LiveId" clId="{C313BEC5-BB04-4F2C-9796-79F4CA05FC3E}" dt="2023-12-02T20:40:40.818" v="4873" actId="26606"/>
          <ac:cxnSpMkLst>
            <pc:docMk/>
            <pc:sldMk cId="2234238855" sldId="265"/>
            <ac:cxnSpMk id="74" creationId="{E622A300-A12E-4C3D-A574-71AFFA8F2B51}"/>
          </ac:cxnSpMkLst>
        </pc:cxnChg>
        <pc:cxnChg chg="add del">
          <ac:chgData name="LAVANYA SINGH" userId="be9e0eaacd5033b1" providerId="LiveId" clId="{C313BEC5-BB04-4F2C-9796-79F4CA05FC3E}" dt="2023-12-02T20:45:44.538" v="4884" actId="26606"/>
          <ac:cxnSpMkLst>
            <pc:docMk/>
            <pc:sldMk cId="2234238855" sldId="265"/>
            <ac:cxnSpMk id="80" creationId="{514EE78B-AF71-4195-A01B-F1165D9233BF}"/>
          </ac:cxnSpMkLst>
        </pc:cxnChg>
        <pc:cxnChg chg="add del">
          <ac:chgData name="LAVANYA SINGH" userId="be9e0eaacd5033b1" providerId="LiveId" clId="{C313BEC5-BB04-4F2C-9796-79F4CA05FC3E}" dt="2023-12-02T20:46:02.247" v="4890" actId="26606"/>
          <ac:cxnSpMkLst>
            <pc:docMk/>
            <pc:sldMk cId="2234238855" sldId="265"/>
            <ac:cxnSpMk id="93" creationId="{5C5EFB6A-0AF1-46B2-B103-4AA6C7B31025}"/>
          </ac:cxnSpMkLst>
        </pc:cxnChg>
        <pc:cxnChg chg="add del">
          <ac:chgData name="LAVANYA SINGH" userId="be9e0eaacd5033b1" providerId="LiveId" clId="{C313BEC5-BB04-4F2C-9796-79F4CA05FC3E}" dt="2023-12-02T20:45:59.573" v="4887" actId="26606"/>
          <ac:cxnSpMkLst>
            <pc:docMk/>
            <pc:sldMk cId="2234238855" sldId="265"/>
            <ac:cxnSpMk id="112" creationId="{514EE78B-AF71-4195-A01B-F1165D9233BF}"/>
          </ac:cxnSpMkLst>
        </pc:cxnChg>
        <pc:cxnChg chg="add del">
          <ac:chgData name="LAVANYA SINGH" userId="be9e0eaacd5033b1" providerId="LiveId" clId="{C313BEC5-BB04-4F2C-9796-79F4CA05FC3E}" dt="2023-12-02T20:46:02.242" v="4889" actId="26606"/>
          <ac:cxnSpMkLst>
            <pc:docMk/>
            <pc:sldMk cId="2234238855" sldId="265"/>
            <ac:cxnSpMk id="130" creationId="{5C5EFB6A-0AF1-46B2-B103-4AA6C7B31025}"/>
          </ac:cxnSpMkLst>
        </pc:cxnChg>
        <pc:cxnChg chg="add del">
          <ac:chgData name="LAVANYA SINGH" userId="be9e0eaacd5033b1" providerId="LiveId" clId="{C313BEC5-BB04-4F2C-9796-79F4CA05FC3E}" dt="2023-12-02T20:47:54.973" v="4907" actId="26606"/>
          <ac:cxnSpMkLst>
            <pc:docMk/>
            <pc:sldMk cId="2234238855" sldId="265"/>
            <ac:cxnSpMk id="139" creationId="{514EE78B-AF71-4195-A01B-F1165D9233BF}"/>
          </ac:cxnSpMkLst>
        </pc:cxnChg>
        <pc:cxnChg chg="add del">
          <ac:chgData name="LAVANYA SINGH" userId="be9e0eaacd5033b1" providerId="LiveId" clId="{C313BEC5-BB04-4F2C-9796-79F4CA05FC3E}" dt="2023-12-02T20:47:54.973" v="4907" actId="26606"/>
          <ac:cxnSpMkLst>
            <pc:docMk/>
            <pc:sldMk cId="2234238855" sldId="265"/>
            <ac:cxnSpMk id="142" creationId="{04733B62-1719-4677-A612-CA0AC0AD7482}"/>
          </ac:cxnSpMkLst>
        </pc:cxnChg>
        <pc:cxnChg chg="add del">
          <ac:chgData name="LAVANYA SINGH" userId="be9e0eaacd5033b1" providerId="LiveId" clId="{C313BEC5-BB04-4F2C-9796-79F4CA05FC3E}" dt="2023-12-02T20:47:31.874" v="4900" actId="26606"/>
          <ac:cxnSpMkLst>
            <pc:docMk/>
            <pc:sldMk cId="2234238855" sldId="265"/>
            <ac:cxnSpMk id="153" creationId="{5C5EFB6A-0AF1-46B2-B103-4AA6C7B31025}"/>
          </ac:cxnSpMkLst>
        </pc:cxnChg>
        <pc:cxnChg chg="add del">
          <ac:chgData name="LAVANYA SINGH" userId="be9e0eaacd5033b1" providerId="LiveId" clId="{C313BEC5-BB04-4F2C-9796-79F4CA05FC3E}" dt="2023-12-02T20:47:31.874" v="4900" actId="26606"/>
          <ac:cxnSpMkLst>
            <pc:docMk/>
            <pc:sldMk cId="2234238855" sldId="265"/>
            <ac:cxnSpMk id="161" creationId="{53A2B207-9E37-4BF3-A4E8-A8AAEF378F8C}"/>
          </ac:cxnSpMkLst>
        </pc:cxnChg>
        <pc:cxnChg chg="add del">
          <ac:chgData name="LAVANYA SINGH" userId="be9e0eaacd5033b1" providerId="LiveId" clId="{C313BEC5-BB04-4F2C-9796-79F4CA05FC3E}" dt="2023-12-02T20:47:33.968" v="4902" actId="26606"/>
          <ac:cxnSpMkLst>
            <pc:docMk/>
            <pc:sldMk cId="2234238855" sldId="265"/>
            <ac:cxnSpMk id="165" creationId="{5C5EFB6A-0AF1-46B2-B103-4AA6C7B31025}"/>
          </ac:cxnSpMkLst>
        </pc:cxnChg>
        <pc:cxnChg chg="add del">
          <ac:chgData name="LAVANYA SINGH" userId="be9e0eaacd5033b1" providerId="LiveId" clId="{C313BEC5-BB04-4F2C-9796-79F4CA05FC3E}" dt="2023-12-02T20:47:33.968" v="4902" actId="26606"/>
          <ac:cxnSpMkLst>
            <pc:docMk/>
            <pc:sldMk cId="2234238855" sldId="265"/>
            <ac:cxnSpMk id="168" creationId="{C1748524-9487-4168-B383-1E83003D00CA}"/>
          </ac:cxnSpMkLst>
        </pc:cxnChg>
        <pc:cxnChg chg="add del">
          <ac:chgData name="LAVANYA SINGH" userId="be9e0eaacd5033b1" providerId="LiveId" clId="{C313BEC5-BB04-4F2C-9796-79F4CA05FC3E}" dt="2023-12-02T20:47:36.089" v="4904" actId="26606"/>
          <ac:cxnSpMkLst>
            <pc:docMk/>
            <pc:sldMk cId="2234238855" sldId="265"/>
            <ac:cxnSpMk id="173" creationId="{5C5EFB6A-0AF1-46B2-B103-4AA6C7B31025}"/>
          </ac:cxnSpMkLst>
        </pc:cxnChg>
        <pc:cxnChg chg="add del">
          <ac:chgData name="LAVANYA SINGH" userId="be9e0eaacd5033b1" providerId="LiveId" clId="{C313BEC5-BB04-4F2C-9796-79F4CA05FC3E}" dt="2023-12-02T20:47:36.089" v="4904" actId="26606"/>
          <ac:cxnSpMkLst>
            <pc:docMk/>
            <pc:sldMk cId="2234238855" sldId="265"/>
            <ac:cxnSpMk id="176" creationId="{E3026FC3-A287-4A0D-9A8B-9F412F1B53F7}"/>
          </ac:cxnSpMkLst>
        </pc:cxnChg>
        <pc:cxnChg chg="add del">
          <ac:chgData name="LAVANYA SINGH" userId="be9e0eaacd5033b1" providerId="LiveId" clId="{C313BEC5-BB04-4F2C-9796-79F4CA05FC3E}" dt="2023-12-02T20:48:42.176" v="4920" actId="26606"/>
          <ac:cxnSpMkLst>
            <pc:docMk/>
            <pc:sldMk cId="2234238855" sldId="265"/>
            <ac:cxnSpMk id="187" creationId="{514EE78B-AF71-4195-A01B-F1165D9233BF}"/>
          </ac:cxnSpMkLst>
        </pc:cxnChg>
        <pc:cxnChg chg="add del">
          <ac:chgData name="LAVANYA SINGH" userId="be9e0eaacd5033b1" providerId="LiveId" clId="{C313BEC5-BB04-4F2C-9796-79F4CA05FC3E}" dt="2023-12-02T20:48:42.176" v="4920" actId="26606"/>
          <ac:cxnSpMkLst>
            <pc:docMk/>
            <pc:sldMk cId="2234238855" sldId="265"/>
            <ac:cxnSpMk id="190" creationId="{04733B62-1719-4677-A612-CA0AC0AD7482}"/>
          </ac:cxnSpMkLst>
        </pc:cxnChg>
        <pc:cxnChg chg="add del">
          <ac:chgData name="LAVANYA SINGH" userId="be9e0eaacd5033b1" providerId="LiveId" clId="{C313BEC5-BB04-4F2C-9796-79F4CA05FC3E}" dt="2023-12-02T20:48:42.175" v="4919" actId="26606"/>
          <ac:cxnSpMkLst>
            <pc:docMk/>
            <pc:sldMk cId="2234238855" sldId="265"/>
            <ac:cxnSpMk id="201" creationId="{514EE78B-AF71-4195-A01B-F1165D9233BF}"/>
          </ac:cxnSpMkLst>
        </pc:cxnChg>
        <pc:cxnChg chg="add del">
          <ac:chgData name="LAVANYA SINGH" userId="be9e0eaacd5033b1" providerId="LiveId" clId="{C313BEC5-BB04-4F2C-9796-79F4CA05FC3E}" dt="2023-12-02T21:01:25.723" v="4961" actId="26606"/>
          <ac:cxnSpMkLst>
            <pc:docMk/>
            <pc:sldMk cId="2234238855" sldId="265"/>
            <ac:cxnSpMk id="214" creationId="{514EE78B-AF71-4195-A01B-F1165D9233BF}"/>
          </ac:cxnSpMkLst>
        </pc:cxnChg>
        <pc:cxnChg chg="add del">
          <ac:chgData name="LAVANYA SINGH" userId="be9e0eaacd5033b1" providerId="LiveId" clId="{C313BEC5-BB04-4F2C-9796-79F4CA05FC3E}" dt="2023-12-02T21:01:25.723" v="4961" actId="26606"/>
          <ac:cxnSpMkLst>
            <pc:docMk/>
            <pc:sldMk cId="2234238855" sldId="265"/>
            <ac:cxnSpMk id="217" creationId="{04733B62-1719-4677-A612-CA0AC0AD7482}"/>
          </ac:cxnSpMkLst>
        </pc:cxnChg>
        <pc:cxnChg chg="add del">
          <ac:chgData name="LAVANYA SINGH" userId="be9e0eaacd5033b1" providerId="LiveId" clId="{C313BEC5-BB04-4F2C-9796-79F4CA05FC3E}" dt="2023-12-02T21:00:46.503" v="4951" actId="26606"/>
          <ac:cxnSpMkLst>
            <pc:docMk/>
            <pc:sldMk cId="2234238855" sldId="265"/>
            <ac:cxnSpMk id="227" creationId="{514EE78B-AF71-4195-A01B-F1165D9233BF}"/>
          </ac:cxnSpMkLst>
        </pc:cxnChg>
        <pc:cxnChg chg="add del">
          <ac:chgData name="LAVANYA SINGH" userId="be9e0eaacd5033b1" providerId="LiveId" clId="{C313BEC5-BB04-4F2C-9796-79F4CA05FC3E}" dt="2023-12-02T21:00:46.503" v="4951" actId="26606"/>
          <ac:cxnSpMkLst>
            <pc:docMk/>
            <pc:sldMk cId="2234238855" sldId="265"/>
            <ac:cxnSpMk id="235" creationId="{1E6A7830-4B1A-416E-8782-4D0DC1F2929D}"/>
          </ac:cxnSpMkLst>
        </pc:cxnChg>
        <pc:cxnChg chg="add del">
          <ac:chgData name="LAVANYA SINGH" userId="be9e0eaacd5033b1" providerId="LiveId" clId="{C313BEC5-BB04-4F2C-9796-79F4CA05FC3E}" dt="2023-12-02T21:00:52.955" v="4954" actId="26606"/>
          <ac:cxnSpMkLst>
            <pc:docMk/>
            <pc:sldMk cId="2234238855" sldId="265"/>
            <ac:cxnSpMk id="240" creationId="{5C5EFB6A-0AF1-46B2-B103-4AA6C7B31025}"/>
          </ac:cxnSpMkLst>
        </pc:cxnChg>
        <pc:cxnChg chg="add del">
          <ac:chgData name="LAVANYA SINGH" userId="be9e0eaacd5033b1" providerId="LiveId" clId="{C313BEC5-BB04-4F2C-9796-79F4CA05FC3E}" dt="2023-12-02T21:01:07.730" v="4956" actId="26606"/>
          <ac:cxnSpMkLst>
            <pc:docMk/>
            <pc:sldMk cId="2234238855" sldId="265"/>
            <ac:cxnSpMk id="248" creationId="{514EE78B-AF71-4195-A01B-F1165D9233BF}"/>
          </ac:cxnSpMkLst>
        </pc:cxnChg>
        <pc:cxnChg chg="add del">
          <ac:chgData name="LAVANYA SINGH" userId="be9e0eaacd5033b1" providerId="LiveId" clId="{C313BEC5-BB04-4F2C-9796-79F4CA05FC3E}" dt="2023-12-02T21:01:07.730" v="4956" actId="26606"/>
          <ac:cxnSpMkLst>
            <pc:docMk/>
            <pc:sldMk cId="2234238855" sldId="265"/>
            <ac:cxnSpMk id="254" creationId="{AE5F1B50-B32F-4B5D-8735-8F3E9B7EE866}"/>
          </ac:cxnSpMkLst>
        </pc:cxnChg>
        <pc:cxnChg chg="add del">
          <ac:chgData name="LAVANYA SINGH" userId="be9e0eaacd5033b1" providerId="LiveId" clId="{C313BEC5-BB04-4F2C-9796-79F4CA05FC3E}" dt="2023-12-02T21:01:24.120" v="4958" actId="26606"/>
          <ac:cxnSpMkLst>
            <pc:docMk/>
            <pc:sldMk cId="2234238855" sldId="265"/>
            <ac:cxnSpMk id="260" creationId="{514EE78B-AF71-4195-A01B-F1165D9233BF}"/>
          </ac:cxnSpMkLst>
        </pc:cxnChg>
        <pc:cxnChg chg="add del">
          <ac:chgData name="LAVANYA SINGH" userId="be9e0eaacd5033b1" providerId="LiveId" clId="{C313BEC5-BB04-4F2C-9796-79F4CA05FC3E}" dt="2023-12-02T21:01:24.120" v="4958" actId="26606"/>
          <ac:cxnSpMkLst>
            <pc:docMk/>
            <pc:sldMk cId="2234238855" sldId="265"/>
            <ac:cxnSpMk id="267" creationId="{F3A65A51-8114-4437-8E04-A4FD05BD89FB}"/>
          </ac:cxnSpMkLst>
        </pc:cxnChg>
        <pc:cxnChg chg="add del">
          <ac:chgData name="LAVANYA SINGH" userId="be9e0eaacd5033b1" providerId="LiveId" clId="{C313BEC5-BB04-4F2C-9796-79F4CA05FC3E}" dt="2023-12-02T21:01:25.714" v="4960" actId="26606"/>
          <ac:cxnSpMkLst>
            <pc:docMk/>
            <pc:sldMk cId="2234238855" sldId="265"/>
            <ac:cxnSpMk id="272" creationId="{514EE78B-AF71-4195-A01B-F1165D9233BF}"/>
          </ac:cxnSpMkLst>
        </pc:cxnChg>
        <pc:cxnChg chg="add del">
          <ac:chgData name="LAVANYA SINGH" userId="be9e0eaacd5033b1" providerId="LiveId" clId="{C313BEC5-BB04-4F2C-9796-79F4CA05FC3E}" dt="2023-12-02T21:01:25.714" v="4960" actId="26606"/>
          <ac:cxnSpMkLst>
            <pc:docMk/>
            <pc:sldMk cId="2234238855" sldId="265"/>
            <ac:cxnSpMk id="275" creationId="{04733B62-1719-4677-A612-CA0AC0AD7482}"/>
          </ac:cxnSpMkLst>
        </pc:cxnChg>
        <pc:cxnChg chg="add del">
          <ac:chgData name="LAVANYA SINGH" userId="be9e0eaacd5033b1" providerId="LiveId" clId="{C313BEC5-BB04-4F2C-9796-79F4CA05FC3E}" dt="2023-12-03T01:17:24.677" v="5262" actId="26606"/>
          <ac:cxnSpMkLst>
            <pc:docMk/>
            <pc:sldMk cId="2234238855" sldId="265"/>
            <ac:cxnSpMk id="281" creationId="{514EE78B-AF71-4195-A01B-F1165D9233BF}"/>
          </ac:cxnSpMkLst>
        </pc:cxnChg>
        <pc:cxnChg chg="add">
          <ac:chgData name="LAVANYA SINGH" userId="be9e0eaacd5033b1" providerId="LiveId" clId="{C313BEC5-BB04-4F2C-9796-79F4CA05FC3E}" dt="2023-12-03T01:17:24.677" v="5262" actId="26606"/>
          <ac:cxnSpMkLst>
            <pc:docMk/>
            <pc:sldMk cId="2234238855" sldId="265"/>
            <ac:cxnSpMk id="294" creationId="{514EE78B-AF71-4195-A01B-F1165D9233BF}"/>
          </ac:cxnSpMkLst>
        </pc:cxnChg>
        <pc:cxnChg chg="add">
          <ac:chgData name="LAVANYA SINGH" userId="be9e0eaacd5033b1" providerId="LiveId" clId="{C313BEC5-BB04-4F2C-9796-79F4CA05FC3E}" dt="2023-12-03T01:17:24.677" v="5262" actId="26606"/>
          <ac:cxnSpMkLst>
            <pc:docMk/>
            <pc:sldMk cId="2234238855" sldId="265"/>
            <ac:cxnSpMk id="300" creationId="{04733B62-1719-4677-A612-CA0AC0AD7482}"/>
          </ac:cxnSpMkLst>
        </pc:cxnChg>
      </pc:sldChg>
      <pc:sldChg chg="addSp delSp modSp new del mod ord setBg">
        <pc:chgData name="LAVANYA SINGH" userId="be9e0eaacd5033b1" providerId="LiveId" clId="{C313BEC5-BB04-4F2C-9796-79F4CA05FC3E}" dt="2023-12-09T21:09:53.547" v="6737" actId="2696"/>
        <pc:sldMkLst>
          <pc:docMk/>
          <pc:sldMk cId="2436817733" sldId="266"/>
        </pc:sldMkLst>
        <pc:spChg chg="del mod">
          <ac:chgData name="LAVANYA SINGH" userId="be9e0eaacd5033b1" providerId="LiveId" clId="{C313BEC5-BB04-4F2C-9796-79F4CA05FC3E}" dt="2023-12-09T21:08:50.412" v="6721" actId="21"/>
          <ac:spMkLst>
            <pc:docMk/>
            <pc:sldMk cId="2436817733" sldId="266"/>
            <ac:spMk id="2" creationId="{8EA45EB8-29FE-C994-B209-DD055504D060}"/>
          </ac:spMkLst>
        </pc:spChg>
        <pc:spChg chg="del">
          <ac:chgData name="LAVANYA SINGH" userId="be9e0eaacd5033b1" providerId="LiveId" clId="{C313BEC5-BB04-4F2C-9796-79F4CA05FC3E}" dt="2023-12-02T21:03:10.880" v="5006" actId="22"/>
          <ac:spMkLst>
            <pc:docMk/>
            <pc:sldMk cId="2436817733" sldId="266"/>
            <ac:spMk id="3" creationId="{AEF911EB-DB08-59A9-3153-2DFA06F0E577}"/>
          </ac:spMkLst>
        </pc:spChg>
        <pc:spChg chg="add mod">
          <ac:chgData name="LAVANYA SINGH" userId="be9e0eaacd5033b1" providerId="LiveId" clId="{C313BEC5-BB04-4F2C-9796-79F4CA05FC3E}" dt="2023-12-09T21:08:50.412" v="6721" actId="21"/>
          <ac:spMkLst>
            <pc:docMk/>
            <pc:sldMk cId="2436817733" sldId="266"/>
            <ac:spMk id="4" creationId="{FDA993BA-46FA-8491-3D8F-72E79BF4189F}"/>
          </ac:spMkLst>
        </pc:spChg>
        <pc:spChg chg="add del mod">
          <ac:chgData name="LAVANYA SINGH" userId="be9e0eaacd5033b1" providerId="LiveId" clId="{C313BEC5-BB04-4F2C-9796-79F4CA05FC3E}" dt="2023-12-09T21:09:43.299" v="6734" actId="21"/>
          <ac:spMkLst>
            <pc:docMk/>
            <pc:sldMk cId="2436817733" sldId="266"/>
            <ac:spMk id="8" creationId="{9D39E2DC-A174-B3A3-99A7-7310F4CBE599}"/>
          </ac:spMkLst>
        </pc:spChg>
        <pc:spChg chg="add del mod">
          <ac:chgData name="LAVANYA SINGH" userId="be9e0eaacd5033b1" providerId="LiveId" clId="{C313BEC5-BB04-4F2C-9796-79F4CA05FC3E}" dt="2023-12-09T21:09:29.336" v="6731" actId="21"/>
          <ac:spMkLst>
            <pc:docMk/>
            <pc:sldMk cId="2436817733" sldId="266"/>
            <ac:spMk id="9" creationId="{FF1159AA-A107-F1BC-E15F-C308B91DB887}"/>
          </ac:spMkLst>
        </pc:spChg>
        <pc:spChg chg="add del">
          <ac:chgData name="LAVANYA SINGH" userId="be9e0eaacd5033b1" providerId="LiveId" clId="{C313BEC5-BB04-4F2C-9796-79F4CA05FC3E}" dt="2023-12-02T23:31:40.460" v="5062" actId="26606"/>
          <ac:spMkLst>
            <pc:docMk/>
            <pc:sldMk cId="2436817733" sldId="266"/>
            <ac:spMk id="14" creationId="{F9E80720-23E6-4B89-B77E-04A7689F1BA8}"/>
          </ac:spMkLst>
        </pc:spChg>
        <pc:spChg chg="add del">
          <ac:chgData name="LAVANYA SINGH" userId="be9e0eaacd5033b1" providerId="LiveId" clId="{C313BEC5-BB04-4F2C-9796-79F4CA05FC3E}" dt="2023-12-02T23:31:40.460" v="5062" actId="26606"/>
          <ac:spMkLst>
            <pc:docMk/>
            <pc:sldMk cId="2436817733" sldId="266"/>
            <ac:spMk id="16" creationId="{CD1D3CA1-3EB6-41F3-A419-8424B56BE63A}"/>
          </ac:spMkLst>
        </pc:spChg>
        <pc:spChg chg="add del">
          <ac:chgData name="LAVANYA SINGH" userId="be9e0eaacd5033b1" providerId="LiveId" clId="{C313BEC5-BB04-4F2C-9796-79F4CA05FC3E}" dt="2023-12-02T23:31:40.460" v="5062" actId="26606"/>
          <ac:spMkLst>
            <pc:docMk/>
            <pc:sldMk cId="2436817733" sldId="266"/>
            <ac:spMk id="18" creationId="{4D87F7B2-AA36-4B58-BC2C-1BBA135E8B6B}"/>
          </ac:spMkLst>
        </pc:spChg>
        <pc:picChg chg="add del mod ord">
          <ac:chgData name="LAVANYA SINGH" userId="be9e0eaacd5033b1" providerId="LiveId" clId="{C313BEC5-BB04-4F2C-9796-79F4CA05FC3E}" dt="2023-12-09T21:09:06.138" v="6725" actId="21"/>
          <ac:picMkLst>
            <pc:docMk/>
            <pc:sldMk cId="2436817733" sldId="266"/>
            <ac:picMk id="5" creationId="{583F6918-5F9F-E620-1E5D-9420F3C2DA57}"/>
          </ac:picMkLst>
        </pc:picChg>
        <pc:picChg chg="add del mod">
          <ac:chgData name="LAVANYA SINGH" userId="be9e0eaacd5033b1" providerId="LiveId" clId="{C313BEC5-BB04-4F2C-9796-79F4CA05FC3E}" dt="2023-12-09T21:09:18.330" v="6728" actId="21"/>
          <ac:picMkLst>
            <pc:docMk/>
            <pc:sldMk cId="2436817733" sldId="266"/>
            <ac:picMk id="7" creationId="{70AEE470-2771-AC8F-7A37-AA3EB5A4EB50}"/>
          </ac:picMkLst>
        </pc:picChg>
      </pc:sldChg>
      <pc:sldChg chg="addSp delSp modSp new mod setBg">
        <pc:chgData name="LAVANYA SINGH" userId="be9e0eaacd5033b1" providerId="LiveId" clId="{C313BEC5-BB04-4F2C-9796-79F4CA05FC3E}" dt="2023-12-09T20:12:45.080" v="6106" actId="14100"/>
        <pc:sldMkLst>
          <pc:docMk/>
          <pc:sldMk cId="3769561503" sldId="267"/>
        </pc:sldMkLst>
        <pc:spChg chg="mod">
          <ac:chgData name="LAVANYA SINGH" userId="be9e0eaacd5033b1" providerId="LiveId" clId="{C313BEC5-BB04-4F2C-9796-79F4CA05FC3E}" dt="2023-12-03T00:56:13.311" v="5225" actId="1076"/>
          <ac:spMkLst>
            <pc:docMk/>
            <pc:sldMk cId="3769561503" sldId="267"/>
            <ac:spMk id="2" creationId="{0C314AE7-1F2A-862B-AEAA-B7E8C8050A47}"/>
          </ac:spMkLst>
        </pc:spChg>
        <pc:spChg chg="del">
          <ac:chgData name="LAVANYA SINGH" userId="be9e0eaacd5033b1" providerId="LiveId" clId="{C313BEC5-BB04-4F2C-9796-79F4CA05FC3E}" dt="2023-12-03T00:38:08.511" v="5095" actId="478"/>
          <ac:spMkLst>
            <pc:docMk/>
            <pc:sldMk cId="3769561503" sldId="267"/>
            <ac:spMk id="3" creationId="{C0A4C202-5019-5B46-1A34-434A538D2F91}"/>
          </ac:spMkLst>
        </pc:spChg>
        <pc:spChg chg="add del mod">
          <ac:chgData name="LAVANYA SINGH" userId="be9e0eaacd5033b1" providerId="LiveId" clId="{C313BEC5-BB04-4F2C-9796-79F4CA05FC3E}" dt="2023-12-03T00:40:07.676" v="5137"/>
          <ac:spMkLst>
            <pc:docMk/>
            <pc:sldMk cId="3769561503" sldId="267"/>
            <ac:spMk id="8" creationId="{6FE654DA-7C40-5A6F-D3ED-BC2F4988AD5E}"/>
          </ac:spMkLst>
        </pc:spChg>
        <pc:spChg chg="add mod">
          <ac:chgData name="LAVANYA SINGH" userId="be9e0eaacd5033b1" providerId="LiveId" clId="{C313BEC5-BB04-4F2C-9796-79F4CA05FC3E}" dt="2023-12-09T20:00:28.005" v="6019" actId="113"/>
          <ac:spMkLst>
            <pc:docMk/>
            <pc:sldMk cId="3769561503" sldId="267"/>
            <ac:spMk id="9" creationId="{F3F0783F-F182-21E2-A32D-69699F26B9F3}"/>
          </ac:spMkLst>
        </pc:spChg>
        <pc:spChg chg="add mod">
          <ac:chgData name="LAVANYA SINGH" userId="be9e0eaacd5033b1" providerId="LiveId" clId="{C313BEC5-BB04-4F2C-9796-79F4CA05FC3E}" dt="2023-12-09T20:00:39.198" v="6020" actId="113"/>
          <ac:spMkLst>
            <pc:docMk/>
            <pc:sldMk cId="3769561503" sldId="267"/>
            <ac:spMk id="16" creationId="{00699510-3C5E-845C-BE89-87E806FE5F2D}"/>
          </ac:spMkLst>
        </pc:spChg>
        <pc:spChg chg="add">
          <ac:chgData name="LAVANYA SINGH" userId="be9e0eaacd5033b1" providerId="LiveId" clId="{C313BEC5-BB04-4F2C-9796-79F4CA05FC3E}" dt="2023-12-03T00:51:49.207" v="5213" actId="26606"/>
          <ac:spMkLst>
            <pc:docMk/>
            <pc:sldMk cId="3769561503" sldId="267"/>
            <ac:spMk id="21" creationId="{F9E80720-23E6-4B89-B77E-04A7689F1BA8}"/>
          </ac:spMkLst>
        </pc:spChg>
        <pc:spChg chg="add">
          <ac:chgData name="LAVANYA SINGH" userId="be9e0eaacd5033b1" providerId="LiveId" clId="{C313BEC5-BB04-4F2C-9796-79F4CA05FC3E}" dt="2023-12-03T00:51:49.207" v="5213" actId="26606"/>
          <ac:spMkLst>
            <pc:docMk/>
            <pc:sldMk cId="3769561503" sldId="267"/>
            <ac:spMk id="23" creationId="{CD1D3CA1-3EB6-41F3-A419-8424B56BE63A}"/>
          </ac:spMkLst>
        </pc:spChg>
        <pc:spChg chg="add">
          <ac:chgData name="LAVANYA SINGH" userId="be9e0eaacd5033b1" providerId="LiveId" clId="{C313BEC5-BB04-4F2C-9796-79F4CA05FC3E}" dt="2023-12-03T00:51:49.207" v="5213" actId="26606"/>
          <ac:spMkLst>
            <pc:docMk/>
            <pc:sldMk cId="3769561503" sldId="267"/>
            <ac:spMk id="25" creationId="{4D87F7B2-AA36-4B58-BC2C-1BBA135E8B6B}"/>
          </ac:spMkLst>
        </pc:spChg>
        <pc:picChg chg="add del mod">
          <ac:chgData name="LAVANYA SINGH" userId="be9e0eaacd5033b1" providerId="LiveId" clId="{C313BEC5-BB04-4F2C-9796-79F4CA05FC3E}" dt="2023-12-03T00:40:25.892" v="5143" actId="478"/>
          <ac:picMkLst>
            <pc:docMk/>
            <pc:sldMk cId="3769561503" sldId="267"/>
            <ac:picMk id="5" creationId="{F696DCD4-989E-091E-AD87-F4087EC54BEF}"/>
          </ac:picMkLst>
        </pc:picChg>
        <pc:picChg chg="add del mod">
          <ac:chgData name="LAVANYA SINGH" userId="be9e0eaacd5033b1" providerId="LiveId" clId="{C313BEC5-BB04-4F2C-9796-79F4CA05FC3E}" dt="2023-12-03T00:40:07.672" v="5135" actId="478"/>
          <ac:picMkLst>
            <pc:docMk/>
            <pc:sldMk cId="3769561503" sldId="267"/>
            <ac:picMk id="7" creationId="{B0BF0131-F662-13E4-B838-F3EC44B82A58}"/>
          </ac:picMkLst>
        </pc:picChg>
        <pc:picChg chg="add mod">
          <ac:chgData name="LAVANYA SINGH" userId="be9e0eaacd5033b1" providerId="LiveId" clId="{C313BEC5-BB04-4F2C-9796-79F4CA05FC3E}" dt="2023-12-09T20:12:39.955" v="6104" actId="14100"/>
          <ac:picMkLst>
            <pc:docMk/>
            <pc:sldMk cId="3769561503" sldId="267"/>
            <ac:picMk id="11" creationId="{68D6F2CF-A02C-3D4A-812C-6249DAE8F9D6}"/>
          </ac:picMkLst>
        </pc:picChg>
        <pc:picChg chg="add del mod">
          <ac:chgData name="LAVANYA SINGH" userId="be9e0eaacd5033b1" providerId="LiveId" clId="{C313BEC5-BB04-4F2C-9796-79F4CA05FC3E}" dt="2023-12-03T00:41:31.595" v="5146" actId="478"/>
          <ac:picMkLst>
            <pc:docMk/>
            <pc:sldMk cId="3769561503" sldId="267"/>
            <ac:picMk id="13" creationId="{8D289ACB-175D-8B6E-10E0-223915966CC7}"/>
          </ac:picMkLst>
        </pc:picChg>
        <pc:picChg chg="add mod">
          <ac:chgData name="LAVANYA SINGH" userId="be9e0eaacd5033b1" providerId="LiveId" clId="{C313BEC5-BB04-4F2C-9796-79F4CA05FC3E}" dt="2023-12-09T20:12:45.080" v="6106" actId="14100"/>
          <ac:picMkLst>
            <pc:docMk/>
            <pc:sldMk cId="3769561503" sldId="267"/>
            <ac:picMk id="15" creationId="{2232819E-DBD7-2152-0E87-A4F7C591B1A6}"/>
          </ac:picMkLst>
        </pc:picChg>
      </pc:sldChg>
      <pc:sldChg chg="addSp delSp modSp new mod ord setBg">
        <pc:chgData name="LAVANYA SINGH" userId="be9e0eaacd5033b1" providerId="LiveId" clId="{C313BEC5-BB04-4F2C-9796-79F4CA05FC3E}" dt="2023-12-09T21:10:31.136" v="6744" actId="113"/>
        <pc:sldMkLst>
          <pc:docMk/>
          <pc:sldMk cId="3306249377" sldId="268"/>
        </pc:sldMkLst>
        <pc:spChg chg="mod">
          <ac:chgData name="LAVANYA SINGH" userId="be9e0eaacd5033b1" providerId="LiveId" clId="{C313BEC5-BB04-4F2C-9796-79F4CA05FC3E}" dt="2023-12-09T21:10:31.136" v="6744" actId="113"/>
          <ac:spMkLst>
            <pc:docMk/>
            <pc:sldMk cId="3306249377" sldId="268"/>
            <ac:spMk id="2" creationId="{4A4879B9-F9D7-FEB0-96BA-3FF4599F4BD1}"/>
          </ac:spMkLst>
        </pc:spChg>
        <pc:spChg chg="del">
          <ac:chgData name="LAVANYA SINGH" userId="be9e0eaacd5033b1" providerId="LiveId" clId="{C313BEC5-BB04-4F2C-9796-79F4CA05FC3E}" dt="2023-12-03T00:49:58.483" v="5201" actId="22"/>
          <ac:spMkLst>
            <pc:docMk/>
            <pc:sldMk cId="3306249377" sldId="268"/>
            <ac:spMk id="3" creationId="{C007A3C9-3C99-39BC-3B9A-503E6BC3F8C8}"/>
          </ac:spMkLst>
        </pc:spChg>
        <pc:spChg chg="add mod">
          <ac:chgData name="LAVANYA SINGH" userId="be9e0eaacd5033b1" providerId="LiveId" clId="{C313BEC5-BB04-4F2C-9796-79F4CA05FC3E}" dt="2023-12-09T20:01:24.932" v="6023" actId="113"/>
          <ac:spMkLst>
            <pc:docMk/>
            <pc:sldMk cId="3306249377" sldId="268"/>
            <ac:spMk id="8" creationId="{8964FBDE-6270-E17F-13AE-F4EEBF33DA5E}"/>
          </ac:spMkLst>
        </pc:spChg>
        <pc:spChg chg="add mod">
          <ac:chgData name="LAVANYA SINGH" userId="be9e0eaacd5033b1" providerId="LiveId" clId="{C313BEC5-BB04-4F2C-9796-79F4CA05FC3E}" dt="2023-12-09T20:11:42.538" v="6102" actId="20577"/>
          <ac:spMkLst>
            <pc:docMk/>
            <pc:sldMk cId="3306249377" sldId="268"/>
            <ac:spMk id="9" creationId="{82EFE0C2-AC33-3CDB-F810-E08A22CA05EC}"/>
          </ac:spMkLst>
        </pc:spChg>
        <pc:spChg chg="add">
          <ac:chgData name="LAVANYA SINGH" userId="be9e0eaacd5033b1" providerId="LiveId" clId="{C313BEC5-BB04-4F2C-9796-79F4CA05FC3E}" dt="2023-12-03T00:51:37.721" v="5210" actId="26606"/>
          <ac:spMkLst>
            <pc:docMk/>
            <pc:sldMk cId="3306249377" sldId="268"/>
            <ac:spMk id="12" creationId="{BB2B8762-61F0-4F1B-9364-D633EE9D6AF5}"/>
          </ac:spMkLst>
        </pc:spChg>
        <pc:spChg chg="add">
          <ac:chgData name="LAVANYA SINGH" userId="be9e0eaacd5033b1" providerId="LiveId" clId="{C313BEC5-BB04-4F2C-9796-79F4CA05FC3E}" dt="2023-12-03T00:51:37.721" v="5210" actId="26606"/>
          <ac:spMkLst>
            <pc:docMk/>
            <pc:sldMk cId="3306249377" sldId="268"/>
            <ac:spMk id="14" creationId="{E97675C8-1328-460C-9EBF-6B446B67EAD3}"/>
          </ac:spMkLst>
        </pc:spChg>
        <pc:spChg chg="add">
          <ac:chgData name="LAVANYA SINGH" userId="be9e0eaacd5033b1" providerId="LiveId" clId="{C313BEC5-BB04-4F2C-9796-79F4CA05FC3E}" dt="2023-12-03T00:51:37.721" v="5210" actId="26606"/>
          <ac:spMkLst>
            <pc:docMk/>
            <pc:sldMk cId="3306249377" sldId="268"/>
            <ac:spMk id="18" creationId="{2AD83CFE-1CA3-4832-A4B9-C48CD1347C03}"/>
          </ac:spMkLst>
        </pc:spChg>
        <pc:spChg chg="add">
          <ac:chgData name="LAVANYA SINGH" userId="be9e0eaacd5033b1" providerId="LiveId" clId="{C313BEC5-BB04-4F2C-9796-79F4CA05FC3E}" dt="2023-12-03T00:51:37.721" v="5210" actId="26606"/>
          <ac:spMkLst>
            <pc:docMk/>
            <pc:sldMk cId="3306249377" sldId="268"/>
            <ac:spMk id="20" creationId="{BC98641C-7F74-435D-996F-A4387A3C3C26}"/>
          </ac:spMkLst>
        </pc:spChg>
        <pc:spChg chg="add">
          <ac:chgData name="LAVANYA SINGH" userId="be9e0eaacd5033b1" providerId="LiveId" clId="{C313BEC5-BB04-4F2C-9796-79F4CA05FC3E}" dt="2023-12-03T00:51:37.721" v="5210" actId="26606"/>
          <ac:spMkLst>
            <pc:docMk/>
            <pc:sldMk cId="3306249377" sldId="268"/>
            <ac:spMk id="22" creationId="{F530C0F6-C8DF-4539-B30C-8105DB618C20}"/>
          </ac:spMkLst>
        </pc:spChg>
        <pc:spChg chg="add">
          <ac:chgData name="LAVANYA SINGH" userId="be9e0eaacd5033b1" providerId="LiveId" clId="{C313BEC5-BB04-4F2C-9796-79F4CA05FC3E}" dt="2023-12-03T00:51:37.721" v="5210" actId="26606"/>
          <ac:spMkLst>
            <pc:docMk/>
            <pc:sldMk cId="3306249377" sldId="268"/>
            <ac:spMk id="24" creationId="{BAE51241-AA8B-4B82-9C59-6738DB85674C}"/>
          </ac:spMkLst>
        </pc:spChg>
        <pc:picChg chg="add mod ord">
          <ac:chgData name="LAVANYA SINGH" userId="be9e0eaacd5033b1" providerId="LiveId" clId="{C313BEC5-BB04-4F2C-9796-79F4CA05FC3E}" dt="2023-12-09T20:10:44.356" v="6096" actId="1076"/>
          <ac:picMkLst>
            <pc:docMk/>
            <pc:sldMk cId="3306249377" sldId="268"/>
            <ac:picMk id="5" creationId="{C0BB117E-A3DF-6E81-C80E-DB74622DB7D5}"/>
          </ac:picMkLst>
        </pc:picChg>
        <pc:picChg chg="add mod">
          <ac:chgData name="LAVANYA SINGH" userId="be9e0eaacd5033b1" providerId="LiveId" clId="{C313BEC5-BB04-4F2C-9796-79F4CA05FC3E}" dt="2023-12-09T20:10:48.374" v="6097" actId="1076"/>
          <ac:picMkLst>
            <pc:docMk/>
            <pc:sldMk cId="3306249377" sldId="268"/>
            <ac:picMk id="7" creationId="{3E3D2834-4592-AFC9-FB98-F47ACB7430CF}"/>
          </ac:picMkLst>
        </pc:picChg>
        <pc:cxnChg chg="add">
          <ac:chgData name="LAVANYA SINGH" userId="be9e0eaacd5033b1" providerId="LiveId" clId="{C313BEC5-BB04-4F2C-9796-79F4CA05FC3E}" dt="2023-12-03T00:51:37.721" v="5210" actId="26606"/>
          <ac:cxnSpMkLst>
            <pc:docMk/>
            <pc:sldMk cId="3306249377" sldId="268"/>
            <ac:cxnSpMk id="16" creationId="{514EE78B-AF71-4195-A01B-F1165D9233BF}"/>
          </ac:cxnSpMkLst>
        </pc:cxnChg>
      </pc:sldChg>
      <pc:sldChg chg="addSp delSp modSp new del mod">
        <pc:chgData name="LAVANYA SINGH" userId="be9e0eaacd5033b1" providerId="LiveId" clId="{C313BEC5-BB04-4F2C-9796-79F4CA05FC3E}" dt="2023-12-09T20:06:12.778" v="6053" actId="2696"/>
        <pc:sldMkLst>
          <pc:docMk/>
          <pc:sldMk cId="3591152315" sldId="269"/>
        </pc:sldMkLst>
        <pc:spChg chg="del">
          <ac:chgData name="LAVANYA SINGH" userId="be9e0eaacd5033b1" providerId="LiveId" clId="{C313BEC5-BB04-4F2C-9796-79F4CA05FC3E}" dt="2023-12-03T01:02:34.389" v="5231" actId="478"/>
          <ac:spMkLst>
            <pc:docMk/>
            <pc:sldMk cId="3591152315" sldId="269"/>
            <ac:spMk id="2" creationId="{C7F5CA23-5EEE-77D5-630A-EC7970C175B1}"/>
          </ac:spMkLst>
        </pc:spChg>
        <pc:spChg chg="del">
          <ac:chgData name="LAVANYA SINGH" userId="be9e0eaacd5033b1" providerId="LiveId" clId="{C313BEC5-BB04-4F2C-9796-79F4CA05FC3E}" dt="2023-12-03T01:02:37.129" v="5232" actId="478"/>
          <ac:spMkLst>
            <pc:docMk/>
            <pc:sldMk cId="3591152315" sldId="269"/>
            <ac:spMk id="3" creationId="{D60D5183-4AC4-D89B-D065-311668FAAEFB}"/>
          </ac:spMkLst>
        </pc:spChg>
        <pc:spChg chg="add del mod">
          <ac:chgData name="LAVANYA SINGH" userId="be9e0eaacd5033b1" providerId="LiveId" clId="{C313BEC5-BB04-4F2C-9796-79F4CA05FC3E}" dt="2023-12-09T20:05:27.743" v="6044" actId="21"/>
          <ac:spMkLst>
            <pc:docMk/>
            <pc:sldMk cId="3591152315" sldId="269"/>
            <ac:spMk id="8" creationId="{E17F1EC5-EA88-BAF4-2E2A-BA4A5505627A}"/>
          </ac:spMkLst>
        </pc:spChg>
        <pc:spChg chg="add del mod">
          <ac:chgData name="LAVANYA SINGH" userId="be9e0eaacd5033b1" providerId="LiveId" clId="{C313BEC5-BB04-4F2C-9796-79F4CA05FC3E}" dt="2023-12-09T20:05:41.261" v="6047" actId="21"/>
          <ac:spMkLst>
            <pc:docMk/>
            <pc:sldMk cId="3591152315" sldId="269"/>
            <ac:spMk id="9" creationId="{9859BD5B-A656-C727-BFF0-A431888E21BF}"/>
          </ac:spMkLst>
        </pc:spChg>
        <pc:spChg chg="add del mod">
          <ac:chgData name="LAVANYA SINGH" userId="be9e0eaacd5033b1" providerId="LiveId" clId="{C313BEC5-BB04-4F2C-9796-79F4CA05FC3E}" dt="2023-12-09T20:05:56.968" v="6050" actId="21"/>
          <ac:spMkLst>
            <pc:docMk/>
            <pc:sldMk cId="3591152315" sldId="269"/>
            <ac:spMk id="10" creationId="{9F66FDE0-02B8-1864-2A98-D45B25B7C4A3}"/>
          </ac:spMkLst>
        </pc:spChg>
        <pc:picChg chg="add del mod">
          <ac:chgData name="LAVANYA SINGH" userId="be9e0eaacd5033b1" providerId="LiveId" clId="{C313BEC5-BB04-4F2C-9796-79F4CA05FC3E}" dt="2023-12-09T20:04:57.767" v="6038" actId="21"/>
          <ac:picMkLst>
            <pc:docMk/>
            <pc:sldMk cId="3591152315" sldId="269"/>
            <ac:picMk id="5" creationId="{636B8FF1-79F0-4E6B-E2DD-0BDE0084C43C}"/>
          </ac:picMkLst>
        </pc:picChg>
        <pc:picChg chg="add del mod">
          <ac:chgData name="LAVANYA SINGH" userId="be9e0eaacd5033b1" providerId="LiveId" clId="{C313BEC5-BB04-4F2C-9796-79F4CA05FC3E}" dt="2023-12-09T20:05:08.716" v="6041" actId="21"/>
          <ac:picMkLst>
            <pc:docMk/>
            <pc:sldMk cId="3591152315" sldId="269"/>
            <ac:picMk id="7" creationId="{3FE3FC8F-C02F-B3AB-2F54-43101ADCE230}"/>
          </ac:picMkLst>
        </pc:picChg>
      </pc:sldChg>
      <pc:sldChg chg="addSp delSp modSp new del mod setBg setClrOvrMap">
        <pc:chgData name="LAVANYA SINGH" userId="be9e0eaacd5033b1" providerId="LiveId" clId="{C313BEC5-BB04-4F2C-9796-79F4CA05FC3E}" dt="2023-12-09T21:11:51.820" v="6781" actId="2696"/>
        <pc:sldMkLst>
          <pc:docMk/>
          <pc:sldMk cId="2984812994" sldId="270"/>
        </pc:sldMkLst>
        <pc:spChg chg="add del">
          <ac:chgData name="LAVANYA SINGH" userId="be9e0eaacd5033b1" providerId="LiveId" clId="{C313BEC5-BB04-4F2C-9796-79F4CA05FC3E}" dt="2023-12-09T19:01:23.997" v="5617" actId="26606"/>
          <ac:spMkLst>
            <pc:docMk/>
            <pc:sldMk cId="2984812994" sldId="270"/>
            <ac:spMk id="2" creationId="{09F7318F-F71C-6D59-4026-15D8B5048219}"/>
          </ac:spMkLst>
        </pc:spChg>
        <pc:spChg chg="add del">
          <ac:chgData name="LAVANYA SINGH" userId="be9e0eaacd5033b1" providerId="LiveId" clId="{C313BEC5-BB04-4F2C-9796-79F4CA05FC3E}" dt="2023-12-09T19:00:47.611" v="5611" actId="26606"/>
          <ac:spMkLst>
            <pc:docMk/>
            <pc:sldMk cId="2984812994" sldId="270"/>
            <ac:spMk id="2" creationId="{0D5ACD2C-9784-A515-3EEA-D210070176AC}"/>
          </ac:spMkLst>
        </pc:spChg>
        <pc:spChg chg="add del">
          <ac:chgData name="LAVANYA SINGH" userId="be9e0eaacd5033b1" providerId="LiveId" clId="{C313BEC5-BB04-4F2C-9796-79F4CA05FC3E}" dt="2023-12-09T19:08:50.671" v="5691" actId="26606"/>
          <ac:spMkLst>
            <pc:docMk/>
            <pc:sldMk cId="2984812994" sldId="270"/>
            <ac:spMk id="2" creationId="{2FDF1C81-6D31-9DD7-A297-E34A64F93CA8}"/>
          </ac:spMkLst>
        </pc:spChg>
        <pc:spChg chg="add del">
          <ac:chgData name="LAVANYA SINGH" userId="be9e0eaacd5033b1" providerId="LiveId" clId="{C313BEC5-BB04-4F2C-9796-79F4CA05FC3E}" dt="2023-12-09T19:02:03.570" v="5623" actId="26606"/>
          <ac:spMkLst>
            <pc:docMk/>
            <pc:sldMk cId="2984812994" sldId="270"/>
            <ac:spMk id="2" creationId="{33E33DAB-B958-54CF-4A39-5B06D719BAC1}"/>
          </ac:spMkLst>
        </pc:spChg>
        <pc:spChg chg="add del">
          <ac:chgData name="LAVANYA SINGH" userId="be9e0eaacd5033b1" providerId="LiveId" clId="{C313BEC5-BB04-4F2C-9796-79F4CA05FC3E}" dt="2023-12-09T19:04:19.761" v="5657" actId="26606"/>
          <ac:spMkLst>
            <pc:docMk/>
            <pc:sldMk cId="2984812994" sldId="270"/>
            <ac:spMk id="2" creationId="{3A756209-EE8B-678B-6C19-A2B17FAEC2C2}"/>
          </ac:spMkLst>
        </pc:spChg>
        <pc:spChg chg="add del">
          <ac:chgData name="LAVANYA SINGH" userId="be9e0eaacd5033b1" providerId="LiveId" clId="{C313BEC5-BB04-4F2C-9796-79F4CA05FC3E}" dt="2023-12-09T19:00:27.743" v="5602" actId="26606"/>
          <ac:spMkLst>
            <pc:docMk/>
            <pc:sldMk cId="2984812994" sldId="270"/>
            <ac:spMk id="2" creationId="{3F627999-36F2-F782-2768-A1C9686345FD}"/>
          </ac:spMkLst>
        </pc:spChg>
        <pc:spChg chg="add del">
          <ac:chgData name="LAVANYA SINGH" userId="be9e0eaacd5033b1" providerId="LiveId" clId="{C313BEC5-BB04-4F2C-9796-79F4CA05FC3E}" dt="2023-12-09T19:03:56.390" v="5652" actId="26606"/>
          <ac:spMkLst>
            <pc:docMk/>
            <pc:sldMk cId="2984812994" sldId="270"/>
            <ac:spMk id="2" creationId="{47906592-0626-4727-FA69-6A61B43874E6}"/>
          </ac:spMkLst>
        </pc:spChg>
        <pc:spChg chg="add del">
          <ac:chgData name="LAVANYA SINGH" userId="be9e0eaacd5033b1" providerId="LiveId" clId="{C313BEC5-BB04-4F2C-9796-79F4CA05FC3E}" dt="2023-12-09T19:08:43.849" v="5688" actId="26606"/>
          <ac:spMkLst>
            <pc:docMk/>
            <pc:sldMk cId="2984812994" sldId="270"/>
            <ac:spMk id="2" creationId="{479B860E-5ACE-F596-6E5A-380E4C36C51A}"/>
          </ac:spMkLst>
        </pc:spChg>
        <pc:spChg chg="add del">
          <ac:chgData name="LAVANYA SINGH" userId="be9e0eaacd5033b1" providerId="LiveId" clId="{C313BEC5-BB04-4F2C-9796-79F4CA05FC3E}" dt="2023-12-09T19:00:29.787" v="5605" actId="26606"/>
          <ac:spMkLst>
            <pc:docMk/>
            <pc:sldMk cId="2984812994" sldId="270"/>
            <ac:spMk id="2" creationId="{4E530281-161B-A5AC-596A-94D050F57F5D}"/>
          </ac:spMkLst>
        </pc:spChg>
        <pc:spChg chg="add del">
          <ac:chgData name="LAVANYA SINGH" userId="be9e0eaacd5033b1" providerId="LiveId" clId="{C313BEC5-BB04-4F2C-9796-79F4CA05FC3E}" dt="2023-12-09T19:00:53.704" v="5614" actId="26606"/>
          <ac:spMkLst>
            <pc:docMk/>
            <pc:sldMk cId="2984812994" sldId="270"/>
            <ac:spMk id="2" creationId="{52CF053B-FCFD-3A13-B237-B34EF27ADE7A}"/>
          </ac:spMkLst>
        </pc:spChg>
        <pc:spChg chg="add del">
          <ac:chgData name="LAVANYA SINGH" userId="be9e0eaacd5033b1" providerId="LiveId" clId="{C313BEC5-BB04-4F2C-9796-79F4CA05FC3E}" dt="2023-12-09T19:08:34.323" v="5685" actId="26606"/>
          <ac:spMkLst>
            <pc:docMk/>
            <pc:sldMk cId="2984812994" sldId="270"/>
            <ac:spMk id="2" creationId="{584CAEAA-33C5-8390-0238-B1152AFC8F44}"/>
          </ac:spMkLst>
        </pc:spChg>
        <pc:spChg chg="add del">
          <ac:chgData name="LAVANYA SINGH" userId="be9e0eaacd5033b1" providerId="LiveId" clId="{C313BEC5-BB04-4F2C-9796-79F4CA05FC3E}" dt="2023-12-09T19:04:32.795" v="5669" actId="26606"/>
          <ac:spMkLst>
            <pc:docMk/>
            <pc:sldMk cId="2984812994" sldId="270"/>
            <ac:spMk id="2" creationId="{5BCB74F6-2036-C919-512F-01C741D9F7A0}"/>
          </ac:spMkLst>
        </pc:spChg>
        <pc:spChg chg="add del">
          <ac:chgData name="LAVANYA SINGH" userId="be9e0eaacd5033b1" providerId="LiveId" clId="{C313BEC5-BB04-4F2C-9796-79F4CA05FC3E}" dt="2023-12-09T19:00:45.552" v="5608" actId="26606"/>
          <ac:spMkLst>
            <pc:docMk/>
            <pc:sldMk cId="2984812994" sldId="270"/>
            <ac:spMk id="2" creationId="{63DAA419-1A18-2364-6D90-FF705B80D9A7}"/>
          </ac:spMkLst>
        </pc:spChg>
        <pc:spChg chg="add del">
          <ac:chgData name="LAVANYA SINGH" userId="be9e0eaacd5033b1" providerId="LiveId" clId="{C313BEC5-BB04-4F2C-9796-79F4CA05FC3E}" dt="2023-12-09T19:02:27.115" v="5632" actId="26606"/>
          <ac:spMkLst>
            <pc:docMk/>
            <pc:sldMk cId="2984812994" sldId="270"/>
            <ac:spMk id="2" creationId="{73C49648-77F9-849B-E68D-19CE33D2677B}"/>
          </ac:spMkLst>
        </pc:spChg>
        <pc:spChg chg="add del">
          <ac:chgData name="LAVANYA SINGH" userId="be9e0eaacd5033b1" providerId="LiveId" clId="{C313BEC5-BB04-4F2C-9796-79F4CA05FC3E}" dt="2023-12-09T19:04:26.262" v="5660" actId="26606"/>
          <ac:spMkLst>
            <pc:docMk/>
            <pc:sldMk cId="2984812994" sldId="270"/>
            <ac:spMk id="2" creationId="{7698B03F-83A7-4BB8-2014-69C2F5D69283}"/>
          </ac:spMkLst>
        </pc:spChg>
        <pc:spChg chg="add del">
          <ac:chgData name="LAVANYA SINGH" userId="be9e0eaacd5033b1" providerId="LiveId" clId="{C313BEC5-BB04-4F2C-9796-79F4CA05FC3E}" dt="2023-12-09T19:02:44.409" v="5638" actId="26606"/>
          <ac:spMkLst>
            <pc:docMk/>
            <pc:sldMk cId="2984812994" sldId="270"/>
            <ac:spMk id="2" creationId="{776B7362-ACD4-3AAB-BE78-08C5CB89E12F}"/>
          </ac:spMkLst>
        </pc:spChg>
        <pc:spChg chg="add del">
          <ac:chgData name="LAVANYA SINGH" userId="be9e0eaacd5033b1" providerId="LiveId" clId="{C313BEC5-BB04-4F2C-9796-79F4CA05FC3E}" dt="2023-12-09T19:04:30.617" v="5666" actId="26606"/>
          <ac:spMkLst>
            <pc:docMk/>
            <pc:sldMk cId="2984812994" sldId="270"/>
            <ac:spMk id="2" creationId="{9193C424-E17D-EEEC-10D4-78D7B967ABC4}"/>
          </ac:spMkLst>
        </pc:spChg>
        <pc:spChg chg="add del">
          <ac:chgData name="LAVANYA SINGH" userId="be9e0eaacd5033b1" providerId="LiveId" clId="{C313BEC5-BB04-4F2C-9796-79F4CA05FC3E}" dt="2023-12-09T21:11:31.185" v="6752" actId="21"/>
          <ac:spMkLst>
            <pc:docMk/>
            <pc:sldMk cId="2984812994" sldId="270"/>
            <ac:spMk id="2" creationId="{A0413D5E-D2A1-6462-9131-7EB164F6CC6F}"/>
          </ac:spMkLst>
        </pc:spChg>
        <pc:spChg chg="add del">
          <ac:chgData name="LAVANYA SINGH" userId="be9e0eaacd5033b1" providerId="LiveId" clId="{C313BEC5-BB04-4F2C-9796-79F4CA05FC3E}" dt="2023-12-09T19:03:27.437" v="5645" actId="26606"/>
          <ac:spMkLst>
            <pc:docMk/>
            <pc:sldMk cId="2984812994" sldId="270"/>
            <ac:spMk id="2" creationId="{AD58D238-9E95-B344-D2D0-C534F6AA7E9B}"/>
          </ac:spMkLst>
        </pc:spChg>
        <pc:spChg chg="add del">
          <ac:chgData name="LAVANYA SINGH" userId="be9e0eaacd5033b1" providerId="LiveId" clId="{C313BEC5-BB04-4F2C-9796-79F4CA05FC3E}" dt="2023-12-09T19:08:32.135" v="5682" actId="26606"/>
          <ac:spMkLst>
            <pc:docMk/>
            <pc:sldMk cId="2984812994" sldId="270"/>
            <ac:spMk id="2" creationId="{E965C0EE-E1C4-B257-4B71-1466F8973800}"/>
          </ac:spMkLst>
        </pc:spChg>
        <pc:spChg chg="add del">
          <ac:chgData name="LAVANYA SINGH" userId="be9e0eaacd5033b1" providerId="LiveId" clId="{C313BEC5-BB04-4F2C-9796-79F4CA05FC3E}" dt="2023-12-09T19:05:22.889" v="5679" actId="26606"/>
          <ac:spMkLst>
            <pc:docMk/>
            <pc:sldMk cId="2984812994" sldId="270"/>
            <ac:spMk id="2" creationId="{ECE185A3-7519-C0E9-E82D-4E6B8C18F17F}"/>
          </ac:spMkLst>
        </pc:spChg>
        <pc:spChg chg="add del">
          <ac:chgData name="LAVANYA SINGH" userId="be9e0eaacd5033b1" providerId="LiveId" clId="{C313BEC5-BB04-4F2C-9796-79F4CA05FC3E}" dt="2023-12-09T19:02:33.148" v="5635" actId="26606"/>
          <ac:spMkLst>
            <pc:docMk/>
            <pc:sldMk cId="2984812994" sldId="270"/>
            <ac:spMk id="2" creationId="{F7D6DCE6-9E1F-EA1F-B225-76F0541A9AB7}"/>
          </ac:spMkLst>
        </pc:spChg>
        <pc:spChg chg="add del mod">
          <ac:chgData name="LAVANYA SINGH" userId="be9e0eaacd5033b1" providerId="LiveId" clId="{C313BEC5-BB04-4F2C-9796-79F4CA05FC3E}" dt="2023-12-03T02:12:55.976" v="5581" actId="26606"/>
          <ac:spMkLst>
            <pc:docMk/>
            <pc:sldMk cId="2984812994" sldId="270"/>
            <ac:spMk id="3" creationId="{B4EC1D56-8CAA-FBCD-2AC2-14C3BB9C5E7A}"/>
          </ac:spMkLst>
        </pc:spChg>
        <pc:spChg chg="add mod">
          <ac:chgData name="LAVANYA SINGH" userId="be9e0eaacd5033b1" providerId="LiveId" clId="{C313BEC5-BB04-4F2C-9796-79F4CA05FC3E}" dt="2023-12-09T21:11:31.185" v="6752" actId="21"/>
          <ac:spMkLst>
            <pc:docMk/>
            <pc:sldMk cId="2984812994" sldId="270"/>
            <ac:spMk id="4" creationId="{86A556AF-4657-8A79-8A9B-7978E5F63F75}"/>
          </ac:spMkLst>
        </pc:spChg>
        <pc:spChg chg="add del mod">
          <ac:chgData name="LAVANYA SINGH" userId="be9e0eaacd5033b1" providerId="LiveId" clId="{C313BEC5-BB04-4F2C-9796-79F4CA05FC3E}" dt="2023-12-09T18:56:50.637" v="5597" actId="26606"/>
          <ac:spMkLst>
            <pc:docMk/>
            <pc:sldMk cId="2984812994" sldId="270"/>
            <ac:spMk id="4" creationId="{BD4B6D6E-7526-ADAF-AC12-94FD4A5419DC}"/>
          </ac:spMkLst>
        </pc:spChg>
        <pc:spChg chg="add del">
          <ac:chgData name="LAVANYA SINGH" userId="be9e0eaacd5033b1" providerId="LiveId" clId="{C313BEC5-BB04-4F2C-9796-79F4CA05FC3E}" dt="2023-12-03T02:12:55.976" v="5581" actId="26606"/>
          <ac:spMkLst>
            <pc:docMk/>
            <pc:sldMk cId="2984812994" sldId="270"/>
            <ac:spMk id="8" creationId="{3558DB37-9FEE-48A2-8578-ED0401573943}"/>
          </ac:spMkLst>
        </pc:spChg>
        <pc:spChg chg="add del">
          <ac:chgData name="LAVANYA SINGH" userId="be9e0eaacd5033b1" providerId="LiveId" clId="{C313BEC5-BB04-4F2C-9796-79F4CA05FC3E}" dt="2023-12-03T02:12:55.976" v="5581" actId="26606"/>
          <ac:spMkLst>
            <pc:docMk/>
            <pc:sldMk cId="2984812994" sldId="270"/>
            <ac:spMk id="10" creationId="{5F7FCCA6-00E2-4F74-A105-0D769872F243}"/>
          </ac:spMkLst>
        </pc:spChg>
        <pc:spChg chg="add del">
          <ac:chgData name="LAVANYA SINGH" userId="be9e0eaacd5033b1" providerId="LiveId" clId="{C313BEC5-BB04-4F2C-9796-79F4CA05FC3E}" dt="2023-12-03T02:12:55.976" v="5581" actId="26606"/>
          <ac:spMkLst>
            <pc:docMk/>
            <pc:sldMk cId="2984812994" sldId="270"/>
            <ac:spMk id="12" creationId="{5E1ED12F-9F06-4B37-87B7-F98F52937F86}"/>
          </ac:spMkLst>
        </pc:spChg>
        <pc:spChg chg="add del">
          <ac:chgData name="LAVANYA SINGH" userId="be9e0eaacd5033b1" providerId="LiveId" clId="{C313BEC5-BB04-4F2C-9796-79F4CA05FC3E}" dt="2023-12-03T02:12:55.953" v="5580" actId="26606"/>
          <ac:spMkLst>
            <pc:docMk/>
            <pc:sldMk cId="2984812994" sldId="270"/>
            <ac:spMk id="18" creationId="{25C8D2C1-DA83-420D-9635-D52CE066B5DA}"/>
          </ac:spMkLst>
        </pc:spChg>
        <pc:spChg chg="add del">
          <ac:chgData name="LAVANYA SINGH" userId="be9e0eaacd5033b1" providerId="LiveId" clId="{C313BEC5-BB04-4F2C-9796-79F4CA05FC3E}" dt="2023-12-03T02:12:55.953" v="5580" actId="26606"/>
          <ac:spMkLst>
            <pc:docMk/>
            <pc:sldMk cId="2984812994" sldId="270"/>
            <ac:spMk id="20" creationId="{434F74C9-6A0B-409E-AD1C-45B58BE91BB8}"/>
          </ac:spMkLst>
        </pc:spChg>
        <pc:spChg chg="add del">
          <ac:chgData name="LAVANYA SINGH" userId="be9e0eaacd5033b1" providerId="LiveId" clId="{C313BEC5-BB04-4F2C-9796-79F4CA05FC3E}" dt="2023-12-03T02:12:55.953" v="5580" actId="26606"/>
          <ac:spMkLst>
            <pc:docMk/>
            <pc:sldMk cId="2984812994" sldId="270"/>
            <ac:spMk id="24" creationId="{A9286AD2-18A9-4868-A4E3-7A2097A20810}"/>
          </ac:spMkLst>
        </pc:spChg>
        <pc:spChg chg="add del">
          <ac:chgData name="LAVANYA SINGH" userId="be9e0eaacd5033b1" providerId="LiveId" clId="{C313BEC5-BB04-4F2C-9796-79F4CA05FC3E}" dt="2023-12-09T19:02:03.611" v="5625" actId="26606"/>
          <ac:spMkLst>
            <pc:docMk/>
            <pc:sldMk cId="2984812994" sldId="270"/>
            <ac:spMk id="28" creationId="{58487CC7-CCA9-6E15-6752-099142124DF7}"/>
          </ac:spMkLst>
        </pc:spChg>
        <pc:spChg chg="add del">
          <ac:chgData name="LAVANYA SINGH" userId="be9e0eaacd5033b1" providerId="LiveId" clId="{C313BEC5-BB04-4F2C-9796-79F4CA05FC3E}" dt="2023-12-09T19:02:03.611" v="5625" actId="26606"/>
          <ac:spMkLst>
            <pc:docMk/>
            <pc:sldMk cId="2984812994" sldId="270"/>
            <ac:spMk id="29" creationId="{6B71F8C5-D52F-7EB6-D4BF-0BE2E5825BD7}"/>
          </ac:spMkLst>
        </pc:spChg>
        <pc:spChg chg="add del">
          <ac:chgData name="LAVANYA SINGH" userId="be9e0eaacd5033b1" providerId="LiveId" clId="{C313BEC5-BB04-4F2C-9796-79F4CA05FC3E}" dt="2023-12-09T19:02:03.611" v="5625" actId="26606"/>
          <ac:spMkLst>
            <pc:docMk/>
            <pc:sldMk cId="2984812994" sldId="270"/>
            <ac:spMk id="30" creationId="{FB08A12E-9712-C968-033B-28D809C9FAA7}"/>
          </ac:spMkLst>
        </pc:spChg>
        <pc:spChg chg="add del">
          <ac:chgData name="LAVANYA SINGH" userId="be9e0eaacd5033b1" providerId="LiveId" clId="{C313BEC5-BB04-4F2C-9796-79F4CA05FC3E}" dt="2023-12-09T19:02:03.611" v="5625" actId="26606"/>
          <ac:spMkLst>
            <pc:docMk/>
            <pc:sldMk cId="2984812994" sldId="270"/>
            <ac:spMk id="34" creationId="{1781DB5E-FD33-1669-2765-68F84C9F5FA2}"/>
          </ac:spMkLst>
        </pc:spChg>
        <pc:spChg chg="add del mod replId">
          <ac:chgData name="LAVANYA SINGH" userId="be9e0eaacd5033b1" providerId="LiveId" clId="{C313BEC5-BB04-4F2C-9796-79F4CA05FC3E}" dt="2023-12-09T18:56:50.637" v="5597" actId="26606"/>
          <ac:spMkLst>
            <pc:docMk/>
            <pc:sldMk cId="2984812994" sldId="270"/>
            <ac:spMk id="37" creationId="{25C8D2C1-DA83-420D-9635-D52CE066B5DA}"/>
          </ac:spMkLst>
        </pc:spChg>
        <pc:spChg chg="add del mod replId">
          <ac:chgData name="LAVANYA SINGH" userId="be9e0eaacd5033b1" providerId="LiveId" clId="{C313BEC5-BB04-4F2C-9796-79F4CA05FC3E}" dt="2023-12-09T18:56:50.637" v="5597" actId="26606"/>
          <ac:spMkLst>
            <pc:docMk/>
            <pc:sldMk cId="2984812994" sldId="270"/>
            <ac:spMk id="38" creationId="{434F74C9-6A0B-409E-AD1C-45B58BE91BB8}"/>
          </ac:spMkLst>
        </pc:spChg>
        <pc:spChg chg="del mod replId">
          <ac:chgData name="LAVANYA SINGH" userId="be9e0eaacd5033b1" providerId="LiveId" clId="{C313BEC5-BB04-4F2C-9796-79F4CA05FC3E}" dt="2023-12-09T18:56:50.637" v="5597" actId="26606"/>
          <ac:spMkLst>
            <pc:docMk/>
            <pc:sldMk cId="2984812994" sldId="270"/>
            <ac:spMk id="41" creationId="{3BB4A811-CECA-4F73-2E69-8E1B2C09F1BE}"/>
          </ac:spMkLst>
        </pc:spChg>
        <pc:spChg chg="add del mod replId">
          <ac:chgData name="LAVANYA SINGH" userId="be9e0eaacd5033b1" providerId="LiveId" clId="{C313BEC5-BB04-4F2C-9796-79F4CA05FC3E}" dt="2023-12-09T18:56:50.637" v="5597" actId="26606"/>
          <ac:spMkLst>
            <pc:docMk/>
            <pc:sldMk cId="2984812994" sldId="270"/>
            <ac:spMk id="43" creationId="{1C520CBD-F82E-44E4-BDA5-128716AD79C8}"/>
          </ac:spMkLst>
        </pc:spChg>
        <pc:spChg chg="add del mod replId">
          <ac:chgData name="LAVANYA SINGH" userId="be9e0eaacd5033b1" providerId="LiveId" clId="{C313BEC5-BB04-4F2C-9796-79F4CA05FC3E}" dt="2023-12-09T18:56:50.637" v="5597" actId="26606"/>
          <ac:spMkLst>
            <pc:docMk/>
            <pc:sldMk cId="2984812994" sldId="270"/>
            <ac:spMk id="44" creationId="{4618AE32-A526-42FC-A854-732740BD38DA}"/>
          </ac:spMkLst>
        </pc:spChg>
        <pc:spChg chg="add del">
          <ac:chgData name="LAVANYA SINGH" userId="be9e0eaacd5033b1" providerId="LiveId" clId="{C313BEC5-BB04-4F2C-9796-79F4CA05FC3E}" dt="2023-12-09T19:00:27.743" v="5602" actId="26606"/>
          <ac:spMkLst>
            <pc:docMk/>
            <pc:sldMk cId="2984812994" sldId="270"/>
            <ac:spMk id="45" creationId="{6329CBCE-21AE-419D-AC1F-8ACF510A6670}"/>
          </ac:spMkLst>
        </pc:spChg>
        <pc:spChg chg="add del">
          <ac:chgData name="LAVANYA SINGH" userId="be9e0eaacd5033b1" providerId="LiveId" clId="{C313BEC5-BB04-4F2C-9796-79F4CA05FC3E}" dt="2023-12-09T19:00:27.743" v="5602" actId="26606"/>
          <ac:spMkLst>
            <pc:docMk/>
            <pc:sldMk cId="2984812994" sldId="270"/>
            <ac:spMk id="46" creationId="{10162E77-11AD-44A7-84EC-40C59EEFBD2E}"/>
          </ac:spMkLst>
        </pc:spChg>
        <pc:spChg chg="add del">
          <ac:chgData name="LAVANYA SINGH" userId="be9e0eaacd5033b1" providerId="LiveId" clId="{C313BEC5-BB04-4F2C-9796-79F4CA05FC3E}" dt="2023-12-09T19:00:27.743" v="5602" actId="26606"/>
          <ac:spMkLst>
            <pc:docMk/>
            <pc:sldMk cId="2984812994" sldId="270"/>
            <ac:spMk id="47" creationId="{FF2DA012-1414-493D-888F-5D99D0BDA322}"/>
          </ac:spMkLst>
        </pc:spChg>
        <pc:spChg chg="add del">
          <ac:chgData name="LAVANYA SINGH" userId="be9e0eaacd5033b1" providerId="LiveId" clId="{C313BEC5-BB04-4F2C-9796-79F4CA05FC3E}" dt="2023-12-09T19:00:47.611" v="5611" actId="26606"/>
          <ac:spMkLst>
            <pc:docMk/>
            <pc:sldMk cId="2984812994" sldId="270"/>
            <ac:spMk id="49" creationId="{F4C359F3-25B2-4E2B-8713-5583EAF4C18E}"/>
          </ac:spMkLst>
        </pc:spChg>
        <pc:spChg chg="add del">
          <ac:chgData name="LAVANYA SINGH" userId="be9e0eaacd5033b1" providerId="LiveId" clId="{C313BEC5-BB04-4F2C-9796-79F4CA05FC3E}" dt="2023-12-09T19:00:47.611" v="5611" actId="26606"/>
          <ac:spMkLst>
            <pc:docMk/>
            <pc:sldMk cId="2984812994" sldId="270"/>
            <ac:spMk id="50" creationId="{B026EB53-A064-438C-B0CD-AC1503631ACC}"/>
          </ac:spMkLst>
        </pc:spChg>
        <pc:spChg chg="add del">
          <ac:chgData name="LAVANYA SINGH" userId="be9e0eaacd5033b1" providerId="LiveId" clId="{C313BEC5-BB04-4F2C-9796-79F4CA05FC3E}" dt="2023-12-09T19:00:29.787" v="5605" actId="26606"/>
          <ac:spMkLst>
            <pc:docMk/>
            <pc:sldMk cId="2984812994" sldId="270"/>
            <ac:spMk id="52" creationId="{990D0034-F768-41E7-85D4-F38C4DE85770}"/>
          </ac:spMkLst>
        </pc:spChg>
        <pc:spChg chg="add del">
          <ac:chgData name="LAVANYA SINGH" userId="be9e0eaacd5033b1" providerId="LiveId" clId="{C313BEC5-BB04-4F2C-9796-79F4CA05FC3E}" dt="2023-12-09T19:00:53.704" v="5614" actId="26606"/>
          <ac:spMkLst>
            <pc:docMk/>
            <pc:sldMk cId="2984812994" sldId="270"/>
            <ac:spMk id="54" creationId="{739ED4B0-07D7-492B-AAD1-7BA3037D7DA4}"/>
          </ac:spMkLst>
        </pc:spChg>
        <pc:spChg chg="add del">
          <ac:chgData name="LAVANYA SINGH" userId="be9e0eaacd5033b1" providerId="LiveId" clId="{C313BEC5-BB04-4F2C-9796-79F4CA05FC3E}" dt="2023-12-09T19:00:53.704" v="5614" actId="26606"/>
          <ac:spMkLst>
            <pc:docMk/>
            <pc:sldMk cId="2984812994" sldId="270"/>
            <ac:spMk id="55" creationId="{C886BFA9-1A18-4956-9210-4C9833FF600D}"/>
          </ac:spMkLst>
        </pc:spChg>
        <pc:spChg chg="add del">
          <ac:chgData name="LAVANYA SINGH" userId="be9e0eaacd5033b1" providerId="LiveId" clId="{C313BEC5-BB04-4F2C-9796-79F4CA05FC3E}" dt="2023-12-09T19:00:53.704" v="5614" actId="26606"/>
          <ac:spMkLst>
            <pc:docMk/>
            <pc:sldMk cId="2984812994" sldId="270"/>
            <ac:spMk id="56" creationId="{D3D398E9-CBC4-4AEE-A93E-C1F4A1B84762}"/>
          </ac:spMkLst>
        </pc:spChg>
        <pc:spChg chg="add del">
          <ac:chgData name="LAVANYA SINGH" userId="be9e0eaacd5033b1" providerId="LiveId" clId="{C313BEC5-BB04-4F2C-9796-79F4CA05FC3E}" dt="2023-12-09T19:03:56.390" v="5652" actId="26606"/>
          <ac:spMkLst>
            <pc:docMk/>
            <pc:sldMk cId="2984812994" sldId="270"/>
            <ac:spMk id="57" creationId="{C609E9FA-BDDE-45C4-8F5E-974D4208D2EA}"/>
          </ac:spMkLst>
        </pc:spChg>
        <pc:spChg chg="add del">
          <ac:chgData name="LAVANYA SINGH" userId="be9e0eaacd5033b1" providerId="LiveId" clId="{C313BEC5-BB04-4F2C-9796-79F4CA05FC3E}" dt="2023-12-09T19:03:56.390" v="5652" actId="26606"/>
          <ac:spMkLst>
            <pc:docMk/>
            <pc:sldMk cId="2984812994" sldId="270"/>
            <ac:spMk id="58" creationId="{7737E529-E43B-4948-B3C4-7F6B806FCCFD}"/>
          </ac:spMkLst>
        </pc:spChg>
        <pc:spChg chg="add del">
          <ac:chgData name="LAVANYA SINGH" userId="be9e0eaacd5033b1" providerId="LiveId" clId="{C313BEC5-BB04-4F2C-9796-79F4CA05FC3E}" dt="2023-12-09T19:04:30.617" v="5666" actId="26606"/>
          <ac:spMkLst>
            <pc:docMk/>
            <pc:sldMk cId="2984812994" sldId="270"/>
            <ac:spMk id="59" creationId="{C33BF9DD-8A45-4EEE-B231-0A14D322E5F9}"/>
          </ac:spMkLst>
        </pc:spChg>
        <pc:spChg chg="add del mod replId">
          <ac:chgData name="LAVANYA SINGH" userId="be9e0eaacd5033b1" providerId="LiveId" clId="{C313BEC5-BB04-4F2C-9796-79F4CA05FC3E}" dt="2023-12-09T19:03:56.431" v="5654" actId="26606"/>
          <ac:spMkLst>
            <pc:docMk/>
            <pc:sldMk cId="2984812994" sldId="270"/>
            <ac:spMk id="60" creationId="{4087A303-E401-1E98-8394-D1992F5FD182}"/>
          </ac:spMkLst>
        </pc:spChg>
        <pc:spChg chg="add del">
          <ac:chgData name="LAVANYA SINGH" userId="be9e0eaacd5033b1" providerId="LiveId" clId="{C313BEC5-BB04-4F2C-9796-79F4CA05FC3E}" dt="2023-12-09T19:01:23.997" v="5617" actId="26606"/>
          <ac:spMkLst>
            <pc:docMk/>
            <pc:sldMk cId="2984812994" sldId="270"/>
            <ac:spMk id="61" creationId="{C609E9FA-BDDE-45C4-8F5E-974D4208D2EA}"/>
          </ac:spMkLst>
        </pc:spChg>
        <pc:spChg chg="add del">
          <ac:chgData name="LAVANYA SINGH" userId="be9e0eaacd5033b1" providerId="LiveId" clId="{C313BEC5-BB04-4F2C-9796-79F4CA05FC3E}" dt="2023-12-09T19:01:23.997" v="5617" actId="26606"/>
          <ac:spMkLst>
            <pc:docMk/>
            <pc:sldMk cId="2984812994" sldId="270"/>
            <ac:spMk id="62" creationId="{7737E529-E43B-4948-B3C4-7F6B806FCCFD}"/>
          </ac:spMkLst>
        </pc:spChg>
        <pc:spChg chg="add del">
          <ac:chgData name="LAVANYA SINGH" userId="be9e0eaacd5033b1" providerId="LiveId" clId="{C313BEC5-BB04-4F2C-9796-79F4CA05FC3E}" dt="2023-12-09T19:04:30.617" v="5666" actId="26606"/>
          <ac:spMkLst>
            <pc:docMk/>
            <pc:sldMk cId="2984812994" sldId="270"/>
            <ac:spMk id="64" creationId="{D5FBCAC9-BD8B-4F3B-AD74-EF37D4211349}"/>
          </ac:spMkLst>
        </pc:spChg>
        <pc:spChg chg="add del">
          <ac:chgData name="LAVANYA SINGH" userId="be9e0eaacd5033b1" providerId="LiveId" clId="{C313BEC5-BB04-4F2C-9796-79F4CA05FC3E}" dt="2023-12-09T19:04:30.617" v="5666" actId="26606"/>
          <ac:spMkLst>
            <pc:docMk/>
            <pc:sldMk cId="2984812994" sldId="270"/>
            <ac:spMk id="65" creationId="{9556C5A8-AD7E-4CE7-87BE-9EA3B5E1786F}"/>
          </ac:spMkLst>
        </pc:spChg>
        <pc:spChg chg="add del">
          <ac:chgData name="LAVANYA SINGH" userId="be9e0eaacd5033b1" providerId="LiveId" clId="{C313BEC5-BB04-4F2C-9796-79F4CA05FC3E}" dt="2023-12-09T19:01:30.716" v="5620" actId="26606"/>
          <ac:spMkLst>
            <pc:docMk/>
            <pc:sldMk cId="2984812994" sldId="270"/>
            <ac:spMk id="67" creationId="{154480E5-678B-478F-9170-46502C5FB3E3}"/>
          </ac:spMkLst>
        </pc:spChg>
        <pc:spChg chg="add del">
          <ac:chgData name="LAVANYA SINGH" userId="be9e0eaacd5033b1" providerId="LiveId" clId="{C313BEC5-BB04-4F2C-9796-79F4CA05FC3E}" dt="2023-12-09T19:01:30.716" v="5620" actId="26606"/>
          <ac:spMkLst>
            <pc:docMk/>
            <pc:sldMk cId="2984812994" sldId="270"/>
            <ac:spMk id="68" creationId="{B598D875-841B-47A7-B4C8-237DBCE2FBC7}"/>
          </ac:spMkLst>
        </pc:spChg>
        <pc:spChg chg="add del">
          <ac:chgData name="LAVANYA SINGH" userId="be9e0eaacd5033b1" providerId="LiveId" clId="{C313BEC5-BB04-4F2C-9796-79F4CA05FC3E}" dt="2023-12-09T19:04:32.795" v="5669" actId="26606"/>
          <ac:spMkLst>
            <pc:docMk/>
            <pc:sldMk cId="2984812994" sldId="270"/>
            <ac:spMk id="69" creationId="{5CF81D86-BDBA-477C-B7DD-8D359BB9965B}"/>
          </ac:spMkLst>
        </pc:spChg>
        <pc:spChg chg="add del">
          <ac:chgData name="LAVANYA SINGH" userId="be9e0eaacd5033b1" providerId="LiveId" clId="{C313BEC5-BB04-4F2C-9796-79F4CA05FC3E}" dt="2023-12-09T19:04:32.795" v="5669" actId="26606"/>
          <ac:spMkLst>
            <pc:docMk/>
            <pc:sldMk cId="2984812994" sldId="270"/>
            <ac:spMk id="71" creationId="{88AA064E-5F6E-4024-BC28-EDDC3DFC70E1}"/>
          </ac:spMkLst>
        </pc:spChg>
        <pc:spChg chg="add del">
          <ac:chgData name="LAVANYA SINGH" userId="be9e0eaacd5033b1" providerId="LiveId" clId="{C313BEC5-BB04-4F2C-9796-79F4CA05FC3E}" dt="2023-12-09T19:02:03.570" v="5623" actId="26606"/>
          <ac:spMkLst>
            <pc:docMk/>
            <pc:sldMk cId="2984812994" sldId="270"/>
            <ac:spMk id="72" creationId="{5CF81D86-BDBA-477C-B7DD-8D359BB9965B}"/>
          </ac:spMkLst>
        </pc:spChg>
        <pc:spChg chg="add del">
          <ac:chgData name="LAVANYA SINGH" userId="be9e0eaacd5033b1" providerId="LiveId" clId="{C313BEC5-BB04-4F2C-9796-79F4CA05FC3E}" dt="2023-12-09T19:02:03.570" v="5623" actId="26606"/>
          <ac:spMkLst>
            <pc:docMk/>
            <pc:sldMk cId="2984812994" sldId="270"/>
            <ac:spMk id="74" creationId="{88AA064E-5F6E-4024-BC28-EDDC3DFC70E1}"/>
          </ac:spMkLst>
        </pc:spChg>
        <pc:spChg chg="add del">
          <ac:chgData name="LAVANYA SINGH" userId="be9e0eaacd5033b1" providerId="LiveId" clId="{C313BEC5-BB04-4F2C-9796-79F4CA05FC3E}" dt="2023-12-09T19:02:03.570" v="5623" actId="26606"/>
          <ac:spMkLst>
            <pc:docMk/>
            <pc:sldMk cId="2984812994" sldId="270"/>
            <ac:spMk id="75" creationId="{03B29638-4838-4B9B-B9DB-96E542BAF3E6}"/>
          </ac:spMkLst>
        </pc:spChg>
        <pc:spChg chg="add del">
          <ac:chgData name="LAVANYA SINGH" userId="be9e0eaacd5033b1" providerId="LiveId" clId="{C313BEC5-BB04-4F2C-9796-79F4CA05FC3E}" dt="2023-12-09T19:04:32.795" v="5669" actId="26606"/>
          <ac:spMkLst>
            <pc:docMk/>
            <pc:sldMk cId="2984812994" sldId="270"/>
            <ac:spMk id="76" creationId="{03B29638-4838-4B9B-B9DB-96E542BAF3E6}"/>
          </ac:spMkLst>
        </pc:spChg>
        <pc:spChg chg="add del">
          <ac:chgData name="LAVANYA SINGH" userId="be9e0eaacd5033b1" providerId="LiveId" clId="{C313BEC5-BB04-4F2C-9796-79F4CA05FC3E}" dt="2023-12-09T19:08:32.135" v="5682" actId="26606"/>
          <ac:spMkLst>
            <pc:docMk/>
            <pc:sldMk cId="2984812994" sldId="270"/>
            <ac:spMk id="77" creationId="{C33BF9DD-8A45-4EEE-B231-0A14D322E5F9}"/>
          </ac:spMkLst>
        </pc:spChg>
        <pc:spChg chg="add del mod replId">
          <ac:chgData name="LAVANYA SINGH" userId="be9e0eaacd5033b1" providerId="LiveId" clId="{C313BEC5-BB04-4F2C-9796-79F4CA05FC3E}" dt="2023-12-09T19:04:32.837" v="5671" actId="26606"/>
          <ac:spMkLst>
            <pc:docMk/>
            <pc:sldMk cId="2984812994" sldId="270"/>
            <ac:spMk id="78" creationId="{FC38034A-1843-9D2B-0140-A926BA387535}"/>
          </ac:spMkLst>
        </pc:spChg>
        <pc:spChg chg="add del">
          <ac:chgData name="LAVANYA SINGH" userId="be9e0eaacd5033b1" providerId="LiveId" clId="{C313BEC5-BB04-4F2C-9796-79F4CA05FC3E}" dt="2023-12-09T19:02:44.522" v="5640" actId="26606"/>
          <ac:spMkLst>
            <pc:docMk/>
            <pc:sldMk cId="2984812994" sldId="270"/>
            <ac:spMk id="80" creationId="{154480E5-678B-478F-9170-46502C5FB3E3}"/>
          </ac:spMkLst>
        </pc:spChg>
        <pc:spChg chg="add del">
          <ac:chgData name="LAVANYA SINGH" userId="be9e0eaacd5033b1" providerId="LiveId" clId="{C313BEC5-BB04-4F2C-9796-79F4CA05FC3E}" dt="2023-12-09T19:02:44.522" v="5640" actId="26606"/>
          <ac:spMkLst>
            <pc:docMk/>
            <pc:sldMk cId="2984812994" sldId="270"/>
            <ac:spMk id="81" creationId="{B598D875-841B-47A7-B4C8-237DBCE2FBC7}"/>
          </ac:spMkLst>
        </pc:spChg>
        <pc:spChg chg="add del mod replId">
          <ac:chgData name="LAVANYA SINGH" userId="be9e0eaacd5033b1" providerId="LiveId" clId="{C313BEC5-BB04-4F2C-9796-79F4CA05FC3E}" dt="2023-12-09T19:02:03.611" v="5625" actId="26606"/>
          <ac:spMkLst>
            <pc:docMk/>
            <pc:sldMk cId="2984812994" sldId="270"/>
            <ac:spMk id="83" creationId="{4EC992A1-7AA4-EB39-723D-5D8D0AADABB1}"/>
          </ac:spMkLst>
        </pc:spChg>
        <pc:spChg chg="add del">
          <ac:chgData name="LAVANYA SINGH" userId="be9e0eaacd5033b1" providerId="LiveId" clId="{C313BEC5-BB04-4F2C-9796-79F4CA05FC3E}" dt="2023-12-09T19:08:32.135" v="5682" actId="26606"/>
          <ac:spMkLst>
            <pc:docMk/>
            <pc:sldMk cId="2984812994" sldId="270"/>
            <ac:spMk id="87" creationId="{D5FBCAC9-BD8B-4F3B-AD74-EF37D4211349}"/>
          </ac:spMkLst>
        </pc:spChg>
        <pc:spChg chg="add del">
          <ac:chgData name="LAVANYA SINGH" userId="be9e0eaacd5033b1" providerId="LiveId" clId="{C313BEC5-BB04-4F2C-9796-79F4CA05FC3E}" dt="2023-12-09T19:02:44.409" v="5638" actId="26606"/>
          <ac:spMkLst>
            <pc:docMk/>
            <pc:sldMk cId="2984812994" sldId="270"/>
            <ac:spMk id="88" creationId="{C672EAF5-5470-4BA7-B932-B6C0D09E7F97}"/>
          </ac:spMkLst>
        </pc:spChg>
        <pc:spChg chg="add del">
          <ac:chgData name="LAVANYA SINGH" userId="be9e0eaacd5033b1" providerId="LiveId" clId="{C313BEC5-BB04-4F2C-9796-79F4CA05FC3E}" dt="2023-12-09T19:08:32.135" v="5682" actId="26606"/>
          <ac:spMkLst>
            <pc:docMk/>
            <pc:sldMk cId="2984812994" sldId="270"/>
            <ac:spMk id="89" creationId="{9556C5A8-AD7E-4CE7-87BE-9EA3B5E1786F}"/>
          </ac:spMkLst>
        </pc:spChg>
        <pc:spChg chg="add del">
          <ac:chgData name="LAVANYA SINGH" userId="be9e0eaacd5033b1" providerId="LiveId" clId="{C313BEC5-BB04-4F2C-9796-79F4CA05FC3E}" dt="2023-12-09T19:02:44.409" v="5638" actId="26606"/>
          <ac:spMkLst>
            <pc:docMk/>
            <pc:sldMk cId="2984812994" sldId="270"/>
            <ac:spMk id="90" creationId="{94620B5C-0452-4C14-93BC-D29D4DD2039E}"/>
          </ac:spMkLst>
        </pc:spChg>
        <pc:spChg chg="add del">
          <ac:chgData name="LAVANYA SINGH" userId="be9e0eaacd5033b1" providerId="LiveId" clId="{C313BEC5-BB04-4F2C-9796-79F4CA05FC3E}" dt="2023-12-09T19:03:27.507" v="5647" actId="26606"/>
          <ac:spMkLst>
            <pc:docMk/>
            <pc:sldMk cId="2984812994" sldId="270"/>
            <ac:spMk id="93" creationId="{C609E9FA-BDDE-45C4-8F5E-974D4208D2EA}"/>
          </ac:spMkLst>
        </pc:spChg>
        <pc:spChg chg="add del">
          <ac:chgData name="LAVANYA SINGH" userId="be9e0eaacd5033b1" providerId="LiveId" clId="{C313BEC5-BB04-4F2C-9796-79F4CA05FC3E}" dt="2023-12-09T19:03:27.507" v="5647" actId="26606"/>
          <ac:spMkLst>
            <pc:docMk/>
            <pc:sldMk cId="2984812994" sldId="270"/>
            <ac:spMk id="94" creationId="{7737E529-E43B-4948-B3C4-7F6B806FCCFD}"/>
          </ac:spMkLst>
        </pc:spChg>
        <pc:spChg chg="add del mod replId">
          <ac:chgData name="LAVANYA SINGH" userId="be9e0eaacd5033b1" providerId="LiveId" clId="{C313BEC5-BB04-4F2C-9796-79F4CA05FC3E}" dt="2023-12-09T19:02:44.522" v="5640" actId="26606"/>
          <ac:spMkLst>
            <pc:docMk/>
            <pc:sldMk cId="2984812994" sldId="270"/>
            <ac:spMk id="96" creationId="{054A422B-D8AA-66E1-852C-F7D9BC66C781}"/>
          </ac:spMkLst>
        </pc:spChg>
        <pc:spChg chg="add del mod replId">
          <ac:chgData name="LAVANYA SINGH" userId="be9e0eaacd5033b1" providerId="LiveId" clId="{C313BEC5-BB04-4F2C-9796-79F4CA05FC3E}" dt="2023-12-09T19:03:27.507" v="5647" actId="26606"/>
          <ac:spMkLst>
            <pc:docMk/>
            <pc:sldMk cId="2984812994" sldId="270"/>
            <ac:spMk id="97" creationId="{FD4FDE4D-EDFC-2323-34BD-0FCCA124A231}"/>
          </ac:spMkLst>
        </pc:spChg>
        <pc:spChg chg="add del">
          <ac:chgData name="LAVANYA SINGH" userId="be9e0eaacd5033b1" providerId="LiveId" clId="{C313BEC5-BB04-4F2C-9796-79F4CA05FC3E}" dt="2023-12-09T19:08:34.323" v="5685" actId="26606"/>
          <ac:spMkLst>
            <pc:docMk/>
            <pc:sldMk cId="2984812994" sldId="270"/>
            <ac:spMk id="99" creationId="{E68FFDD2-0031-4BB1-BBE0-655DB04E8B6A}"/>
          </ac:spMkLst>
        </pc:spChg>
        <pc:spChg chg="add del">
          <ac:chgData name="LAVANYA SINGH" userId="be9e0eaacd5033b1" providerId="LiveId" clId="{C313BEC5-BB04-4F2C-9796-79F4CA05FC3E}" dt="2023-12-09T19:08:34.323" v="5685" actId="26606"/>
          <ac:spMkLst>
            <pc:docMk/>
            <pc:sldMk cId="2984812994" sldId="270"/>
            <ac:spMk id="100" creationId="{AB737C5D-A080-46FC-A853-72857762C0E4}"/>
          </ac:spMkLst>
        </pc:spChg>
        <pc:spChg chg="add del">
          <ac:chgData name="LAVANYA SINGH" userId="be9e0eaacd5033b1" providerId="LiveId" clId="{C313BEC5-BB04-4F2C-9796-79F4CA05FC3E}" dt="2023-12-09T19:08:34.323" v="5685" actId="26606"/>
          <ac:spMkLst>
            <pc:docMk/>
            <pc:sldMk cId="2984812994" sldId="270"/>
            <ac:spMk id="101" creationId="{93D9690C-472F-43F9-842A-94EFD7895C68}"/>
          </ac:spMkLst>
        </pc:spChg>
        <pc:spChg chg="add del">
          <ac:chgData name="LAVANYA SINGH" userId="be9e0eaacd5033b1" providerId="LiveId" clId="{C313BEC5-BB04-4F2C-9796-79F4CA05FC3E}" dt="2023-12-09T19:08:43.849" v="5688" actId="26606"/>
          <ac:spMkLst>
            <pc:docMk/>
            <pc:sldMk cId="2984812994" sldId="270"/>
            <ac:spMk id="105" creationId="{6FF6F42D-8902-4806-A028-6753F50C708C}"/>
          </ac:spMkLst>
        </pc:spChg>
        <pc:spChg chg="add del">
          <ac:chgData name="LAVANYA SINGH" userId="be9e0eaacd5033b1" providerId="LiveId" clId="{C313BEC5-BB04-4F2C-9796-79F4CA05FC3E}" dt="2023-12-09T19:08:43.849" v="5688" actId="26606"/>
          <ac:spMkLst>
            <pc:docMk/>
            <pc:sldMk cId="2984812994" sldId="270"/>
            <ac:spMk id="106" creationId="{4A73F01B-265E-44FB-827E-340F2E0FB1DB}"/>
          </ac:spMkLst>
        </pc:spChg>
        <pc:spChg chg="add del">
          <ac:chgData name="LAVANYA SINGH" userId="be9e0eaacd5033b1" providerId="LiveId" clId="{C313BEC5-BB04-4F2C-9796-79F4CA05FC3E}" dt="2023-12-09T19:08:43.849" v="5688" actId="26606"/>
          <ac:spMkLst>
            <pc:docMk/>
            <pc:sldMk cId="2984812994" sldId="270"/>
            <ac:spMk id="107" creationId="{554D1049-D460-49DA-BC0D-53556F1611DB}"/>
          </ac:spMkLst>
        </pc:spChg>
        <pc:spChg chg="add del">
          <ac:chgData name="LAVANYA SINGH" userId="be9e0eaacd5033b1" providerId="LiveId" clId="{C313BEC5-BB04-4F2C-9796-79F4CA05FC3E}" dt="2023-12-09T19:08:50.671" v="5691" actId="26606"/>
          <ac:spMkLst>
            <pc:docMk/>
            <pc:sldMk cId="2984812994" sldId="270"/>
            <ac:spMk id="111" creationId="{7EE378F3-9642-471B-8215-AA32884221B4}"/>
          </ac:spMkLst>
        </pc:spChg>
        <pc:spChg chg="add del">
          <ac:chgData name="LAVANYA SINGH" userId="be9e0eaacd5033b1" providerId="LiveId" clId="{C313BEC5-BB04-4F2C-9796-79F4CA05FC3E}" dt="2023-12-09T19:08:50.671" v="5691" actId="26606"/>
          <ac:spMkLst>
            <pc:docMk/>
            <pc:sldMk cId="2984812994" sldId="270"/>
            <ac:spMk id="112" creationId="{26405F82-F7FB-4124-AE2B-3D69A007C129}"/>
          </ac:spMkLst>
        </pc:spChg>
        <pc:spChg chg="add del">
          <ac:chgData name="LAVANYA SINGH" userId="be9e0eaacd5033b1" providerId="LiveId" clId="{C313BEC5-BB04-4F2C-9796-79F4CA05FC3E}" dt="2023-12-09T19:08:50.671" v="5691" actId="26606"/>
          <ac:spMkLst>
            <pc:docMk/>
            <pc:sldMk cId="2984812994" sldId="270"/>
            <ac:spMk id="113" creationId="{AAAE29FD-C3A6-46E4-BF94-132A4C4EE2E0}"/>
          </ac:spMkLst>
        </pc:spChg>
        <pc:spChg chg="add del">
          <ac:chgData name="LAVANYA SINGH" userId="be9e0eaacd5033b1" providerId="LiveId" clId="{C313BEC5-BB04-4F2C-9796-79F4CA05FC3E}" dt="2023-12-09T21:10:55.292" v="6746" actId="26606"/>
          <ac:spMkLst>
            <pc:docMk/>
            <pc:sldMk cId="2984812994" sldId="270"/>
            <ac:spMk id="118" creationId="{C609E9FA-BDDE-45C4-8F5E-974D4208D2EA}"/>
          </ac:spMkLst>
        </pc:spChg>
        <pc:spChg chg="add del">
          <ac:chgData name="LAVANYA SINGH" userId="be9e0eaacd5033b1" providerId="LiveId" clId="{C313BEC5-BB04-4F2C-9796-79F4CA05FC3E}" dt="2023-12-09T21:10:55.292" v="6746" actId="26606"/>
          <ac:spMkLst>
            <pc:docMk/>
            <pc:sldMk cId="2984812994" sldId="270"/>
            <ac:spMk id="119" creationId="{7737E529-E43B-4948-B3C4-7F6B806FCCFD}"/>
          </ac:spMkLst>
        </pc:spChg>
        <pc:spChg chg="add del mod replId">
          <ac:chgData name="LAVANYA SINGH" userId="be9e0eaacd5033b1" providerId="LiveId" clId="{C313BEC5-BB04-4F2C-9796-79F4CA05FC3E}" dt="2023-12-09T19:08:50.728" v="5693" actId="26606"/>
          <ac:spMkLst>
            <pc:docMk/>
            <pc:sldMk cId="2984812994" sldId="270"/>
            <ac:spMk id="120" creationId="{E129CBE4-15BA-B3F2-CEC6-9A6D8AA6AD50}"/>
          </ac:spMkLst>
        </pc:spChg>
        <pc:spChg chg="add del mod replId">
          <ac:chgData name="LAVANYA SINGH" userId="be9e0eaacd5033b1" providerId="LiveId" clId="{C313BEC5-BB04-4F2C-9796-79F4CA05FC3E}" dt="2023-12-09T21:10:55.292" v="6746" actId="26606"/>
          <ac:spMkLst>
            <pc:docMk/>
            <pc:sldMk cId="2984812994" sldId="270"/>
            <ac:spMk id="122" creationId="{DBF9B53A-5FB2-B2FE-D438-C8B92B259B3A}"/>
          </ac:spMkLst>
        </pc:spChg>
        <pc:spChg chg="add">
          <ac:chgData name="LAVANYA SINGH" userId="be9e0eaacd5033b1" providerId="LiveId" clId="{C313BEC5-BB04-4F2C-9796-79F4CA05FC3E}" dt="2023-12-09T21:10:55.292" v="6746" actId="26606"/>
          <ac:spMkLst>
            <pc:docMk/>
            <pc:sldMk cId="2984812994" sldId="270"/>
            <ac:spMk id="124" creationId="{5CF81D86-BDBA-477C-B7DD-8D359BB9965B}"/>
          </ac:spMkLst>
        </pc:spChg>
        <pc:spChg chg="add">
          <ac:chgData name="LAVANYA SINGH" userId="be9e0eaacd5033b1" providerId="LiveId" clId="{C313BEC5-BB04-4F2C-9796-79F4CA05FC3E}" dt="2023-12-09T21:10:55.292" v="6746" actId="26606"/>
          <ac:spMkLst>
            <pc:docMk/>
            <pc:sldMk cId="2984812994" sldId="270"/>
            <ac:spMk id="128" creationId="{88AA064E-5F6E-4024-BC28-EDDC3DFC70E1}"/>
          </ac:spMkLst>
        </pc:spChg>
        <pc:spChg chg="add">
          <ac:chgData name="LAVANYA SINGH" userId="be9e0eaacd5033b1" providerId="LiveId" clId="{C313BEC5-BB04-4F2C-9796-79F4CA05FC3E}" dt="2023-12-09T21:10:55.292" v="6746" actId="26606"/>
          <ac:spMkLst>
            <pc:docMk/>
            <pc:sldMk cId="2984812994" sldId="270"/>
            <ac:spMk id="130" creationId="{03B29638-4838-4B9B-B9DB-96E542BAF3E6}"/>
          </ac:spMkLst>
        </pc:spChg>
        <pc:graphicFrameChg chg="add del">
          <ac:chgData name="LAVANYA SINGH" userId="be9e0eaacd5033b1" providerId="LiveId" clId="{C313BEC5-BB04-4F2C-9796-79F4CA05FC3E}" dt="2023-12-09T19:05:22.889" v="5679" actId="26606"/>
          <ac:graphicFrameMkLst>
            <pc:docMk/>
            <pc:sldMk cId="2984812994" sldId="270"/>
            <ac:graphicFrameMk id="36" creationId="{07285B5B-1391-AE0E-086D-00D6E6B095E7}"/>
          </ac:graphicFrameMkLst>
        </pc:graphicFrameChg>
        <pc:graphicFrameChg chg="add del">
          <ac:chgData name="LAVANYA SINGH" userId="be9e0eaacd5033b1" providerId="LiveId" clId="{C313BEC5-BB04-4F2C-9796-79F4CA05FC3E}" dt="2023-12-09T19:00:45.552" v="5608" actId="26606"/>
          <ac:graphicFrameMkLst>
            <pc:docMk/>
            <pc:sldMk cId="2984812994" sldId="270"/>
            <ac:graphicFrameMk id="36" creationId="{146F1F11-B23A-9DC3-5B56-43FB5F1D3D31}"/>
          </ac:graphicFrameMkLst>
        </pc:graphicFrameChg>
        <pc:graphicFrameChg chg="add del">
          <ac:chgData name="LAVANYA SINGH" userId="be9e0eaacd5033b1" providerId="LiveId" clId="{C313BEC5-BB04-4F2C-9796-79F4CA05FC3E}" dt="2023-12-09T19:04:26.262" v="5660" actId="26606"/>
          <ac:graphicFrameMkLst>
            <pc:docMk/>
            <pc:sldMk cId="2984812994" sldId="270"/>
            <ac:graphicFrameMk id="36" creationId="{1CCCFDBC-EB66-4478-06B7-D5F2BBEB5114}"/>
          </ac:graphicFrameMkLst>
        </pc:graphicFrameChg>
        <pc:graphicFrameChg chg="add del">
          <ac:chgData name="LAVANYA SINGH" userId="be9e0eaacd5033b1" providerId="LiveId" clId="{C313BEC5-BB04-4F2C-9796-79F4CA05FC3E}" dt="2023-12-09T19:01:23.997" v="5617" actId="26606"/>
          <ac:graphicFrameMkLst>
            <pc:docMk/>
            <pc:sldMk cId="2984812994" sldId="270"/>
            <ac:graphicFrameMk id="36" creationId="{35E9754A-430D-BEDC-8FB2-7F1FBD823737}"/>
          </ac:graphicFrameMkLst>
        </pc:graphicFrameChg>
        <pc:graphicFrameChg chg="add del">
          <ac:chgData name="LAVANYA SINGH" userId="be9e0eaacd5033b1" providerId="LiveId" clId="{C313BEC5-BB04-4F2C-9796-79F4CA05FC3E}" dt="2023-12-09T19:04:32.795" v="5669" actId="26606"/>
          <ac:graphicFrameMkLst>
            <pc:docMk/>
            <pc:sldMk cId="2984812994" sldId="270"/>
            <ac:graphicFrameMk id="36" creationId="{480476AD-CF96-E8A4-AC9C-75F301E3EE65}"/>
          </ac:graphicFrameMkLst>
        </pc:graphicFrameChg>
        <pc:graphicFrameChg chg="add del">
          <ac:chgData name="LAVANYA SINGH" userId="be9e0eaacd5033b1" providerId="LiveId" clId="{C313BEC5-BB04-4F2C-9796-79F4CA05FC3E}" dt="2023-12-09T19:02:27.115" v="5632" actId="26606"/>
          <ac:graphicFrameMkLst>
            <pc:docMk/>
            <pc:sldMk cId="2984812994" sldId="270"/>
            <ac:graphicFrameMk id="36" creationId="{4A8F0F58-D115-3C2D-0F26-911F0BCC0860}"/>
          </ac:graphicFrameMkLst>
        </pc:graphicFrameChg>
        <pc:graphicFrameChg chg="add del">
          <ac:chgData name="LAVANYA SINGH" userId="be9e0eaacd5033b1" providerId="LiveId" clId="{C313BEC5-BB04-4F2C-9796-79F4CA05FC3E}" dt="2023-12-09T19:04:30.617" v="5666" actId="26606"/>
          <ac:graphicFrameMkLst>
            <pc:docMk/>
            <pc:sldMk cId="2984812994" sldId="270"/>
            <ac:graphicFrameMk id="36" creationId="{4B431E98-4259-AA63-AC52-39123A8CE923}"/>
          </ac:graphicFrameMkLst>
        </pc:graphicFrameChg>
        <pc:graphicFrameChg chg="add del">
          <ac:chgData name="LAVANYA SINGH" userId="be9e0eaacd5033b1" providerId="LiveId" clId="{C313BEC5-BB04-4F2C-9796-79F4CA05FC3E}" dt="2023-12-09T19:02:03.570" v="5623" actId="26606"/>
          <ac:graphicFrameMkLst>
            <pc:docMk/>
            <pc:sldMk cId="2984812994" sldId="270"/>
            <ac:graphicFrameMk id="36" creationId="{5065B33E-72C1-2272-08DC-D1EF6C920194}"/>
          </ac:graphicFrameMkLst>
        </pc:graphicFrameChg>
        <pc:graphicFrameChg chg="add del">
          <ac:chgData name="LAVANYA SINGH" userId="be9e0eaacd5033b1" providerId="LiveId" clId="{C313BEC5-BB04-4F2C-9796-79F4CA05FC3E}" dt="2023-12-09T19:08:43.849" v="5688" actId="26606"/>
          <ac:graphicFrameMkLst>
            <pc:docMk/>
            <pc:sldMk cId="2984812994" sldId="270"/>
            <ac:graphicFrameMk id="36" creationId="{53B80F83-5DE2-64EA-15E4-B60ACB64EF48}"/>
          </ac:graphicFrameMkLst>
        </pc:graphicFrameChg>
        <pc:graphicFrameChg chg="add del">
          <ac:chgData name="LAVANYA SINGH" userId="be9e0eaacd5033b1" providerId="LiveId" clId="{C313BEC5-BB04-4F2C-9796-79F4CA05FC3E}" dt="2023-12-09T19:04:19.761" v="5657" actId="26606"/>
          <ac:graphicFrameMkLst>
            <pc:docMk/>
            <pc:sldMk cId="2984812994" sldId="270"/>
            <ac:graphicFrameMk id="36" creationId="{54BD56FB-45E2-F24D-B0D7-619380F6DD8F}"/>
          </ac:graphicFrameMkLst>
        </pc:graphicFrameChg>
        <pc:graphicFrameChg chg="add del">
          <ac:chgData name="LAVANYA SINGH" userId="be9e0eaacd5033b1" providerId="LiveId" clId="{C313BEC5-BB04-4F2C-9796-79F4CA05FC3E}" dt="2023-12-09T19:00:27.743" v="5602" actId="26606"/>
          <ac:graphicFrameMkLst>
            <pc:docMk/>
            <pc:sldMk cId="2984812994" sldId="270"/>
            <ac:graphicFrameMk id="36" creationId="{6E8044A7-02CA-2877-F8FC-939EA9D7B563}"/>
          </ac:graphicFrameMkLst>
        </pc:graphicFrameChg>
        <pc:graphicFrameChg chg="add del">
          <ac:chgData name="LAVANYA SINGH" userId="be9e0eaacd5033b1" providerId="LiveId" clId="{C313BEC5-BB04-4F2C-9796-79F4CA05FC3E}" dt="2023-12-09T19:00:29.787" v="5605" actId="26606"/>
          <ac:graphicFrameMkLst>
            <pc:docMk/>
            <pc:sldMk cId="2984812994" sldId="270"/>
            <ac:graphicFrameMk id="36" creationId="{73589C51-E98C-1F70-44E4-A648020C0397}"/>
          </ac:graphicFrameMkLst>
        </pc:graphicFrameChg>
        <pc:graphicFrameChg chg="add del">
          <ac:chgData name="LAVANYA SINGH" userId="be9e0eaacd5033b1" providerId="LiveId" clId="{C313BEC5-BB04-4F2C-9796-79F4CA05FC3E}" dt="2023-12-09T19:08:32.135" v="5682" actId="26606"/>
          <ac:graphicFrameMkLst>
            <pc:docMk/>
            <pc:sldMk cId="2984812994" sldId="270"/>
            <ac:graphicFrameMk id="36" creationId="{84DE4645-A5D8-F3CE-9338-3DDA3A93BD6E}"/>
          </ac:graphicFrameMkLst>
        </pc:graphicFrameChg>
        <pc:graphicFrameChg chg="add del">
          <ac:chgData name="LAVANYA SINGH" userId="be9e0eaacd5033b1" providerId="LiveId" clId="{C313BEC5-BB04-4F2C-9796-79F4CA05FC3E}" dt="2023-12-09T19:00:53.704" v="5614" actId="26606"/>
          <ac:graphicFrameMkLst>
            <pc:docMk/>
            <pc:sldMk cId="2984812994" sldId="270"/>
            <ac:graphicFrameMk id="36" creationId="{9B802656-153C-E92C-3674-6045FAD359B6}"/>
          </ac:graphicFrameMkLst>
        </pc:graphicFrameChg>
        <pc:graphicFrameChg chg="add del">
          <ac:chgData name="LAVANYA SINGH" userId="be9e0eaacd5033b1" providerId="LiveId" clId="{C313BEC5-BB04-4F2C-9796-79F4CA05FC3E}" dt="2023-12-09T19:02:33.148" v="5635" actId="26606"/>
          <ac:graphicFrameMkLst>
            <pc:docMk/>
            <pc:sldMk cId="2984812994" sldId="270"/>
            <ac:graphicFrameMk id="36" creationId="{9BAEDA3E-7AF3-3105-1238-7A01122F073C}"/>
          </ac:graphicFrameMkLst>
        </pc:graphicFrameChg>
        <pc:graphicFrameChg chg="add del">
          <ac:chgData name="LAVANYA SINGH" userId="be9e0eaacd5033b1" providerId="LiveId" clId="{C313BEC5-BB04-4F2C-9796-79F4CA05FC3E}" dt="2023-12-09T21:11:19.787" v="6750" actId="21"/>
          <ac:graphicFrameMkLst>
            <pc:docMk/>
            <pc:sldMk cId="2984812994" sldId="270"/>
            <ac:graphicFrameMk id="36" creationId="{AC0C8E74-E6EA-A4AF-9C90-E683B35177AF}"/>
          </ac:graphicFrameMkLst>
        </pc:graphicFrameChg>
        <pc:graphicFrameChg chg="add del">
          <ac:chgData name="LAVANYA SINGH" userId="be9e0eaacd5033b1" providerId="LiveId" clId="{C313BEC5-BB04-4F2C-9796-79F4CA05FC3E}" dt="2023-12-09T19:00:47.611" v="5611" actId="26606"/>
          <ac:graphicFrameMkLst>
            <pc:docMk/>
            <pc:sldMk cId="2984812994" sldId="270"/>
            <ac:graphicFrameMk id="36" creationId="{D0868D90-7FC0-5F93-14AD-D89E5B1323C7}"/>
          </ac:graphicFrameMkLst>
        </pc:graphicFrameChg>
        <pc:graphicFrameChg chg="add del">
          <ac:chgData name="LAVANYA SINGH" userId="be9e0eaacd5033b1" providerId="LiveId" clId="{C313BEC5-BB04-4F2C-9796-79F4CA05FC3E}" dt="2023-12-09T19:08:34.323" v="5685" actId="26606"/>
          <ac:graphicFrameMkLst>
            <pc:docMk/>
            <pc:sldMk cId="2984812994" sldId="270"/>
            <ac:graphicFrameMk id="36" creationId="{D3A141A2-BC68-0F5A-041E-7507778B5731}"/>
          </ac:graphicFrameMkLst>
        </pc:graphicFrameChg>
        <pc:graphicFrameChg chg="add del">
          <ac:chgData name="LAVANYA SINGH" userId="be9e0eaacd5033b1" providerId="LiveId" clId="{C313BEC5-BB04-4F2C-9796-79F4CA05FC3E}" dt="2023-12-09T19:08:50.671" v="5691" actId="26606"/>
          <ac:graphicFrameMkLst>
            <pc:docMk/>
            <pc:sldMk cId="2984812994" sldId="270"/>
            <ac:graphicFrameMk id="36" creationId="{DADCEA6C-6990-4980-5565-3F3C58312C15}"/>
          </ac:graphicFrameMkLst>
        </pc:graphicFrameChg>
        <pc:graphicFrameChg chg="add del">
          <ac:chgData name="LAVANYA SINGH" userId="be9e0eaacd5033b1" providerId="LiveId" clId="{C313BEC5-BB04-4F2C-9796-79F4CA05FC3E}" dt="2023-12-09T19:02:44.409" v="5638" actId="26606"/>
          <ac:graphicFrameMkLst>
            <pc:docMk/>
            <pc:sldMk cId="2984812994" sldId="270"/>
            <ac:graphicFrameMk id="36" creationId="{DE764E10-A839-272D-D0CD-533B44516CB8}"/>
          </ac:graphicFrameMkLst>
        </pc:graphicFrameChg>
        <pc:graphicFrameChg chg="add del">
          <ac:chgData name="LAVANYA SINGH" userId="be9e0eaacd5033b1" providerId="LiveId" clId="{C313BEC5-BB04-4F2C-9796-79F4CA05FC3E}" dt="2023-12-09T19:03:27.437" v="5645" actId="26606"/>
          <ac:graphicFrameMkLst>
            <pc:docMk/>
            <pc:sldMk cId="2984812994" sldId="270"/>
            <ac:graphicFrameMk id="36" creationId="{E37401CA-007C-68BB-5346-923C6692CDF7}"/>
          </ac:graphicFrameMkLst>
        </pc:graphicFrameChg>
        <pc:graphicFrameChg chg="add del">
          <ac:chgData name="LAVANYA SINGH" userId="be9e0eaacd5033b1" providerId="LiveId" clId="{C313BEC5-BB04-4F2C-9796-79F4CA05FC3E}" dt="2023-12-09T19:03:56.390" v="5652" actId="26606"/>
          <ac:graphicFrameMkLst>
            <pc:docMk/>
            <pc:sldMk cId="2984812994" sldId="270"/>
            <ac:graphicFrameMk id="36" creationId="{F31872F8-3F50-0835-5C3A-8CFD29A1CF32}"/>
          </ac:graphicFrameMkLst>
        </pc:graphicFrameChg>
        <pc:graphicFrameChg chg="add del mod replId">
          <ac:chgData name="LAVANYA SINGH" userId="be9e0eaacd5033b1" providerId="LiveId" clId="{C313BEC5-BB04-4F2C-9796-79F4CA05FC3E}" dt="2023-12-09T19:03:56.431" v="5654" actId="26606"/>
          <ac:graphicFrameMkLst>
            <pc:docMk/>
            <pc:sldMk cId="2984812994" sldId="270"/>
            <ac:graphicFrameMk id="62" creationId="{089C2232-6ED2-68F4-088A-DC63752B50E9}"/>
          </ac:graphicFrameMkLst>
        </pc:graphicFrameChg>
        <pc:graphicFrameChg chg="add del mod replId">
          <ac:chgData name="LAVANYA SINGH" userId="be9e0eaacd5033b1" providerId="LiveId" clId="{C313BEC5-BB04-4F2C-9796-79F4CA05FC3E}" dt="2023-12-09T19:04:32.837" v="5671" actId="26606"/>
          <ac:graphicFrameMkLst>
            <pc:docMk/>
            <pc:sldMk cId="2984812994" sldId="270"/>
            <ac:graphicFrameMk id="80" creationId="{03CAB8EC-CAB1-1328-E58A-581E0BDCDEF6}"/>
          </ac:graphicFrameMkLst>
        </pc:graphicFrameChg>
        <pc:graphicFrameChg chg="add del mod replId">
          <ac:chgData name="LAVANYA SINGH" userId="be9e0eaacd5033b1" providerId="LiveId" clId="{C313BEC5-BB04-4F2C-9796-79F4CA05FC3E}" dt="2023-12-09T19:02:03.611" v="5625" actId="26606"/>
          <ac:graphicFrameMkLst>
            <pc:docMk/>
            <pc:sldMk cId="2984812994" sldId="270"/>
            <ac:graphicFrameMk id="84" creationId="{161C1E36-03CE-D52F-5D3E-2EE7B15CBFF7}"/>
          </ac:graphicFrameMkLst>
        </pc:graphicFrameChg>
        <pc:graphicFrameChg chg="add del mod replId">
          <ac:chgData name="LAVANYA SINGH" userId="be9e0eaacd5033b1" providerId="LiveId" clId="{C313BEC5-BB04-4F2C-9796-79F4CA05FC3E}" dt="2023-12-09T19:02:44.522" v="5640" actId="26606"/>
          <ac:graphicFrameMkLst>
            <pc:docMk/>
            <pc:sldMk cId="2984812994" sldId="270"/>
            <ac:graphicFrameMk id="97" creationId="{7D031B79-BB41-D34A-781D-60FBE37EAB71}"/>
          </ac:graphicFrameMkLst>
        </pc:graphicFrameChg>
        <pc:graphicFrameChg chg="add del mod replId">
          <ac:chgData name="LAVANYA SINGH" userId="be9e0eaacd5033b1" providerId="LiveId" clId="{C313BEC5-BB04-4F2C-9796-79F4CA05FC3E}" dt="2023-12-09T19:03:27.507" v="5647" actId="26606"/>
          <ac:graphicFrameMkLst>
            <pc:docMk/>
            <pc:sldMk cId="2984812994" sldId="270"/>
            <ac:graphicFrameMk id="98" creationId="{4F4AB7C9-B603-885E-1D96-094E7C1FEB57}"/>
          </ac:graphicFrameMkLst>
        </pc:graphicFrameChg>
        <pc:graphicFrameChg chg="add del mod replId">
          <ac:chgData name="LAVANYA SINGH" userId="be9e0eaacd5033b1" providerId="LiveId" clId="{C313BEC5-BB04-4F2C-9796-79F4CA05FC3E}" dt="2023-12-09T19:08:50.728" v="5693" actId="26606"/>
          <ac:graphicFrameMkLst>
            <pc:docMk/>
            <pc:sldMk cId="2984812994" sldId="270"/>
            <ac:graphicFrameMk id="122" creationId="{17991A6D-8187-FEBF-C6CC-8EEB399285A3}"/>
          </ac:graphicFrameMkLst>
        </pc:graphicFrameChg>
        <pc:graphicFrameChg chg="add del mod replId">
          <ac:chgData name="LAVANYA SINGH" userId="be9e0eaacd5033b1" providerId="LiveId" clId="{C313BEC5-BB04-4F2C-9796-79F4CA05FC3E}" dt="2023-12-09T21:10:55.292" v="6746" actId="26606"/>
          <ac:graphicFrameMkLst>
            <pc:docMk/>
            <pc:sldMk cId="2984812994" sldId="270"/>
            <ac:graphicFrameMk id="123" creationId="{A9E83C7E-21AA-31EE-A49C-0418B279869F}"/>
          </ac:graphicFrameMkLst>
        </pc:graphicFrameChg>
        <pc:picChg chg="add del">
          <ac:chgData name="LAVANYA SINGH" userId="be9e0eaacd5033b1" providerId="LiveId" clId="{C313BEC5-BB04-4F2C-9796-79F4CA05FC3E}" dt="2023-12-03T02:12:55.953" v="5580" actId="26606"/>
          <ac:picMkLst>
            <pc:docMk/>
            <pc:sldMk cId="2984812994" sldId="270"/>
            <ac:picMk id="14" creationId="{82FBDE90-D2E9-E48B-0168-3BACD2ECB4EB}"/>
          </ac:picMkLst>
        </pc:picChg>
        <pc:picChg chg="add del">
          <ac:chgData name="LAVANYA SINGH" userId="be9e0eaacd5033b1" providerId="LiveId" clId="{C313BEC5-BB04-4F2C-9796-79F4CA05FC3E}" dt="2023-12-09T19:00:45.552" v="5608" actId="26606"/>
          <ac:picMkLst>
            <pc:docMk/>
            <pc:sldMk cId="2984812994" sldId="270"/>
            <ac:picMk id="32" creationId="{02597BB5-C080-A51E-9DF8-6FE39AD53CA2}"/>
          </ac:picMkLst>
        </pc:picChg>
        <pc:picChg chg="add del">
          <ac:chgData name="LAVANYA SINGH" userId="be9e0eaacd5033b1" providerId="LiveId" clId="{C313BEC5-BB04-4F2C-9796-79F4CA05FC3E}" dt="2023-12-09T19:00:27.743" v="5602" actId="26606"/>
          <ac:picMkLst>
            <pc:docMk/>
            <pc:sldMk cId="2984812994" sldId="270"/>
            <ac:picMk id="32" creationId="{04AF618D-D468-1C75-7705-4889ACAD107B}"/>
          </ac:picMkLst>
        </pc:picChg>
        <pc:picChg chg="add del">
          <ac:chgData name="LAVANYA SINGH" userId="be9e0eaacd5033b1" providerId="LiveId" clId="{C313BEC5-BB04-4F2C-9796-79F4CA05FC3E}" dt="2023-12-09T19:05:22.889" v="5679" actId="26606"/>
          <ac:picMkLst>
            <pc:docMk/>
            <pc:sldMk cId="2984812994" sldId="270"/>
            <ac:picMk id="32" creationId="{08C37000-8FC4-B6E1-EDD6-A40B1F4FB9BD}"/>
          </ac:picMkLst>
        </pc:picChg>
        <pc:picChg chg="add del">
          <ac:chgData name="LAVANYA SINGH" userId="be9e0eaacd5033b1" providerId="LiveId" clId="{C313BEC5-BB04-4F2C-9796-79F4CA05FC3E}" dt="2023-12-09T19:03:27.437" v="5645" actId="26606"/>
          <ac:picMkLst>
            <pc:docMk/>
            <pc:sldMk cId="2984812994" sldId="270"/>
            <ac:picMk id="32" creationId="{1D154E67-9C3B-F576-316B-39F6AEE0091E}"/>
          </ac:picMkLst>
        </pc:picChg>
        <pc:picChg chg="add del">
          <ac:chgData name="LAVANYA SINGH" userId="be9e0eaacd5033b1" providerId="LiveId" clId="{C313BEC5-BB04-4F2C-9796-79F4CA05FC3E}" dt="2023-12-09T19:08:32.135" v="5682" actId="26606"/>
          <ac:picMkLst>
            <pc:docMk/>
            <pc:sldMk cId="2984812994" sldId="270"/>
            <ac:picMk id="32" creationId="{22E1B07A-DC99-8FF4-AFF9-9646191D4982}"/>
          </ac:picMkLst>
        </pc:picChg>
        <pc:picChg chg="add del">
          <ac:chgData name="LAVANYA SINGH" userId="be9e0eaacd5033b1" providerId="LiveId" clId="{C313BEC5-BB04-4F2C-9796-79F4CA05FC3E}" dt="2023-12-09T19:04:30.617" v="5666" actId="26606"/>
          <ac:picMkLst>
            <pc:docMk/>
            <pc:sldMk cId="2984812994" sldId="270"/>
            <ac:picMk id="32" creationId="{252AB206-2AF6-3FEB-7F2A-F92CF6E6A7F8}"/>
          </ac:picMkLst>
        </pc:picChg>
        <pc:picChg chg="add del">
          <ac:chgData name="LAVANYA SINGH" userId="be9e0eaacd5033b1" providerId="LiveId" clId="{C313BEC5-BB04-4F2C-9796-79F4CA05FC3E}" dt="2023-12-09T19:08:34.323" v="5685" actId="26606"/>
          <ac:picMkLst>
            <pc:docMk/>
            <pc:sldMk cId="2984812994" sldId="270"/>
            <ac:picMk id="32" creationId="{25AB1D7C-011D-3A51-FB3A-B583E4E0CAC6}"/>
          </ac:picMkLst>
        </pc:picChg>
        <pc:picChg chg="add del">
          <ac:chgData name="LAVANYA SINGH" userId="be9e0eaacd5033b1" providerId="LiveId" clId="{C313BEC5-BB04-4F2C-9796-79F4CA05FC3E}" dt="2023-12-09T19:00:53.704" v="5614" actId="26606"/>
          <ac:picMkLst>
            <pc:docMk/>
            <pc:sldMk cId="2984812994" sldId="270"/>
            <ac:picMk id="32" creationId="{2A5676E7-C76A-1772-E606-EAD23C943544}"/>
          </ac:picMkLst>
        </pc:picChg>
        <pc:picChg chg="add del">
          <ac:chgData name="LAVANYA SINGH" userId="be9e0eaacd5033b1" providerId="LiveId" clId="{C313BEC5-BB04-4F2C-9796-79F4CA05FC3E}" dt="2023-12-09T19:00:47.611" v="5611" actId="26606"/>
          <ac:picMkLst>
            <pc:docMk/>
            <pc:sldMk cId="2984812994" sldId="270"/>
            <ac:picMk id="32" creationId="{3B096FDD-DFFF-B818-55D8-CBF5809D36F4}"/>
          </ac:picMkLst>
        </pc:picChg>
        <pc:picChg chg="add del">
          <ac:chgData name="LAVANYA SINGH" userId="be9e0eaacd5033b1" providerId="LiveId" clId="{C313BEC5-BB04-4F2C-9796-79F4CA05FC3E}" dt="2023-12-09T19:02:33.148" v="5635" actId="26606"/>
          <ac:picMkLst>
            <pc:docMk/>
            <pc:sldMk cId="2984812994" sldId="270"/>
            <ac:picMk id="32" creationId="{40C97980-ED86-5E5C-F993-6AECD4E37CC6}"/>
          </ac:picMkLst>
        </pc:picChg>
        <pc:picChg chg="add del">
          <ac:chgData name="LAVANYA SINGH" userId="be9e0eaacd5033b1" providerId="LiveId" clId="{C313BEC5-BB04-4F2C-9796-79F4CA05FC3E}" dt="2023-12-09T19:01:23.997" v="5617" actId="26606"/>
          <ac:picMkLst>
            <pc:docMk/>
            <pc:sldMk cId="2984812994" sldId="270"/>
            <ac:picMk id="32" creationId="{5C5A5AEF-E916-CC3C-174A-7762989E7B59}"/>
          </ac:picMkLst>
        </pc:picChg>
        <pc:picChg chg="add del">
          <ac:chgData name="LAVANYA SINGH" userId="be9e0eaacd5033b1" providerId="LiveId" clId="{C313BEC5-BB04-4F2C-9796-79F4CA05FC3E}" dt="2023-12-09T19:02:27.115" v="5632" actId="26606"/>
          <ac:picMkLst>
            <pc:docMk/>
            <pc:sldMk cId="2984812994" sldId="270"/>
            <ac:picMk id="32" creationId="{5CE17CCA-A652-7546-63D1-9100B249E779}"/>
          </ac:picMkLst>
        </pc:picChg>
        <pc:picChg chg="add del">
          <ac:chgData name="LAVANYA SINGH" userId="be9e0eaacd5033b1" providerId="LiveId" clId="{C313BEC5-BB04-4F2C-9796-79F4CA05FC3E}" dt="2023-12-09T19:03:56.390" v="5652" actId="26606"/>
          <ac:picMkLst>
            <pc:docMk/>
            <pc:sldMk cId="2984812994" sldId="270"/>
            <ac:picMk id="32" creationId="{64988E89-0897-C396-335D-1DA0664736F8}"/>
          </ac:picMkLst>
        </pc:picChg>
        <pc:picChg chg="add del">
          <ac:chgData name="LAVANYA SINGH" userId="be9e0eaacd5033b1" providerId="LiveId" clId="{C313BEC5-BB04-4F2C-9796-79F4CA05FC3E}" dt="2023-12-09T19:04:32.795" v="5669" actId="26606"/>
          <ac:picMkLst>
            <pc:docMk/>
            <pc:sldMk cId="2984812994" sldId="270"/>
            <ac:picMk id="32" creationId="{67F3284C-CF99-7380-08FF-3754FE603B4E}"/>
          </ac:picMkLst>
        </pc:picChg>
        <pc:picChg chg="add del">
          <ac:chgData name="LAVANYA SINGH" userId="be9e0eaacd5033b1" providerId="LiveId" clId="{C313BEC5-BB04-4F2C-9796-79F4CA05FC3E}" dt="2023-12-09T19:08:50.671" v="5691" actId="26606"/>
          <ac:picMkLst>
            <pc:docMk/>
            <pc:sldMk cId="2984812994" sldId="270"/>
            <ac:picMk id="32" creationId="{7788517E-74A4-A516-7A59-292A500ED418}"/>
          </ac:picMkLst>
        </pc:picChg>
        <pc:picChg chg="add del">
          <ac:chgData name="LAVANYA SINGH" userId="be9e0eaacd5033b1" providerId="LiveId" clId="{C313BEC5-BB04-4F2C-9796-79F4CA05FC3E}" dt="2023-12-09T19:04:19.761" v="5657" actId="26606"/>
          <ac:picMkLst>
            <pc:docMk/>
            <pc:sldMk cId="2984812994" sldId="270"/>
            <ac:picMk id="32" creationId="{80BB83EF-9CA0-1105-EAEA-674F294D7A7B}"/>
          </ac:picMkLst>
        </pc:picChg>
        <pc:picChg chg="add del">
          <ac:chgData name="LAVANYA SINGH" userId="be9e0eaacd5033b1" providerId="LiveId" clId="{C313BEC5-BB04-4F2C-9796-79F4CA05FC3E}" dt="2023-12-09T19:00:29.787" v="5605" actId="26606"/>
          <ac:picMkLst>
            <pc:docMk/>
            <pc:sldMk cId="2984812994" sldId="270"/>
            <ac:picMk id="32" creationId="{94BBC558-D485-8452-8E9F-337931ECEFA3}"/>
          </ac:picMkLst>
        </pc:picChg>
        <pc:picChg chg="add">
          <ac:chgData name="LAVANYA SINGH" userId="be9e0eaacd5033b1" providerId="LiveId" clId="{C313BEC5-BB04-4F2C-9796-79F4CA05FC3E}" dt="2023-12-09T21:10:55.292" v="6746" actId="26606"/>
          <ac:picMkLst>
            <pc:docMk/>
            <pc:sldMk cId="2984812994" sldId="270"/>
            <ac:picMk id="32" creationId="{9D75EFE1-13D5-E8B3-0F08-94192D25B67A}"/>
          </ac:picMkLst>
        </pc:picChg>
        <pc:picChg chg="add del">
          <ac:chgData name="LAVANYA SINGH" userId="be9e0eaacd5033b1" providerId="LiveId" clId="{C313BEC5-BB04-4F2C-9796-79F4CA05FC3E}" dt="2023-12-09T19:02:03.570" v="5623" actId="26606"/>
          <ac:picMkLst>
            <pc:docMk/>
            <pc:sldMk cId="2984812994" sldId="270"/>
            <ac:picMk id="32" creationId="{A6979E72-6CBD-162B-EAAB-8346C08B58CB}"/>
          </ac:picMkLst>
        </pc:picChg>
        <pc:picChg chg="add del">
          <ac:chgData name="LAVANYA SINGH" userId="be9e0eaacd5033b1" providerId="LiveId" clId="{C313BEC5-BB04-4F2C-9796-79F4CA05FC3E}" dt="2023-12-09T19:02:44.409" v="5638" actId="26606"/>
          <ac:picMkLst>
            <pc:docMk/>
            <pc:sldMk cId="2984812994" sldId="270"/>
            <ac:picMk id="32" creationId="{D078FCFE-4DD4-7441-26A5-151F55490438}"/>
          </ac:picMkLst>
        </pc:picChg>
        <pc:picChg chg="add del">
          <ac:chgData name="LAVANYA SINGH" userId="be9e0eaacd5033b1" providerId="LiveId" clId="{C313BEC5-BB04-4F2C-9796-79F4CA05FC3E}" dt="2023-12-09T19:08:43.849" v="5688" actId="26606"/>
          <ac:picMkLst>
            <pc:docMk/>
            <pc:sldMk cId="2984812994" sldId="270"/>
            <ac:picMk id="32" creationId="{D9187044-DB07-CED8-03EE-DA537C9DC58D}"/>
          </ac:picMkLst>
        </pc:picChg>
        <pc:picChg chg="add del">
          <ac:chgData name="LAVANYA SINGH" userId="be9e0eaacd5033b1" providerId="LiveId" clId="{C313BEC5-BB04-4F2C-9796-79F4CA05FC3E}" dt="2023-12-09T19:04:26.262" v="5660" actId="26606"/>
          <ac:picMkLst>
            <pc:docMk/>
            <pc:sldMk cId="2984812994" sldId="270"/>
            <ac:picMk id="32" creationId="{FD245606-2E6C-0403-1EE4-ED9CA83681E5}"/>
          </ac:picMkLst>
        </pc:picChg>
        <pc:picChg chg="add del mod replId">
          <ac:chgData name="LAVANYA SINGH" userId="be9e0eaacd5033b1" providerId="LiveId" clId="{C313BEC5-BB04-4F2C-9796-79F4CA05FC3E}" dt="2023-12-09T18:56:50.637" v="5597" actId="26606"/>
          <ac:picMkLst>
            <pc:docMk/>
            <pc:sldMk cId="2984812994" sldId="270"/>
            <ac:picMk id="40" creationId="{0DEFE5EB-AEFD-B657-51D7-A073138D5C03}"/>
          </ac:picMkLst>
        </pc:picChg>
        <pc:picChg chg="add del mod replId">
          <ac:chgData name="LAVANYA SINGH" userId="be9e0eaacd5033b1" providerId="LiveId" clId="{C313BEC5-BB04-4F2C-9796-79F4CA05FC3E}" dt="2023-12-09T19:03:56.431" v="5654" actId="26606"/>
          <ac:picMkLst>
            <pc:docMk/>
            <pc:sldMk cId="2984812994" sldId="270"/>
            <ac:picMk id="61" creationId="{91A532EA-04E9-4E1E-4299-5783ABA26C7A}"/>
          </ac:picMkLst>
        </pc:picChg>
        <pc:picChg chg="add del mod replId">
          <ac:chgData name="LAVANYA SINGH" userId="be9e0eaacd5033b1" providerId="LiveId" clId="{C313BEC5-BB04-4F2C-9796-79F4CA05FC3E}" dt="2023-12-09T19:04:32.837" v="5671" actId="26606"/>
          <ac:picMkLst>
            <pc:docMk/>
            <pc:sldMk cId="2984812994" sldId="270"/>
            <ac:picMk id="79" creationId="{91470050-C01A-388A-47AC-6D3761C124CB}"/>
          </ac:picMkLst>
        </pc:picChg>
        <pc:picChg chg="add del mod replId">
          <ac:chgData name="LAVANYA SINGH" userId="be9e0eaacd5033b1" providerId="LiveId" clId="{C313BEC5-BB04-4F2C-9796-79F4CA05FC3E}" dt="2023-12-09T19:02:03.611" v="5625" actId="26606"/>
          <ac:picMkLst>
            <pc:docMk/>
            <pc:sldMk cId="2984812994" sldId="270"/>
            <ac:picMk id="82" creationId="{8608633F-65F1-708B-0BB5-4F384026034A}"/>
          </ac:picMkLst>
        </pc:picChg>
        <pc:picChg chg="add del mod replId">
          <ac:chgData name="LAVANYA SINGH" userId="be9e0eaacd5033b1" providerId="LiveId" clId="{C313BEC5-BB04-4F2C-9796-79F4CA05FC3E}" dt="2023-12-09T19:02:44.522" v="5640" actId="26606"/>
          <ac:picMkLst>
            <pc:docMk/>
            <pc:sldMk cId="2984812994" sldId="270"/>
            <ac:picMk id="95" creationId="{CE78CC1A-3665-ABC5-B0F6-91957FE0EF09}"/>
          </ac:picMkLst>
        </pc:picChg>
        <pc:picChg chg="add del mod replId">
          <ac:chgData name="LAVANYA SINGH" userId="be9e0eaacd5033b1" providerId="LiveId" clId="{C313BEC5-BB04-4F2C-9796-79F4CA05FC3E}" dt="2023-12-09T19:03:27.507" v="5647" actId="26606"/>
          <ac:picMkLst>
            <pc:docMk/>
            <pc:sldMk cId="2984812994" sldId="270"/>
            <ac:picMk id="96" creationId="{333C3EF1-C9C9-9D2E-95E1-E1A226F3A6DC}"/>
          </ac:picMkLst>
        </pc:picChg>
        <pc:picChg chg="add del mod replId">
          <ac:chgData name="LAVANYA SINGH" userId="be9e0eaacd5033b1" providerId="LiveId" clId="{C313BEC5-BB04-4F2C-9796-79F4CA05FC3E}" dt="2023-12-09T19:08:50.728" v="5693" actId="26606"/>
          <ac:picMkLst>
            <pc:docMk/>
            <pc:sldMk cId="2984812994" sldId="270"/>
            <ac:picMk id="121" creationId="{3472180D-2D20-AE43-7C7E-40DEC3718F6F}"/>
          </ac:picMkLst>
        </pc:picChg>
        <pc:picChg chg="add del mod replId">
          <ac:chgData name="LAVANYA SINGH" userId="be9e0eaacd5033b1" providerId="LiveId" clId="{C313BEC5-BB04-4F2C-9796-79F4CA05FC3E}" dt="2023-12-09T21:10:55.292" v="6746" actId="26606"/>
          <ac:picMkLst>
            <pc:docMk/>
            <pc:sldMk cId="2984812994" sldId="270"/>
            <ac:picMk id="121" creationId="{4C4C745C-8A03-00AC-6633-3CC697F6213A}"/>
          </ac:picMkLst>
        </pc:picChg>
        <pc:cxnChg chg="add del">
          <ac:chgData name="LAVANYA SINGH" userId="be9e0eaacd5033b1" providerId="LiveId" clId="{C313BEC5-BB04-4F2C-9796-79F4CA05FC3E}" dt="2023-12-03T02:12:55.953" v="5580" actId="26606"/>
          <ac:cxnSpMkLst>
            <pc:docMk/>
            <pc:sldMk cId="2984812994" sldId="270"/>
            <ac:cxnSpMk id="22" creationId="{F5486A9D-1265-4B57-91E6-68E666B978BC}"/>
          </ac:cxnSpMkLst>
        </pc:cxnChg>
        <pc:cxnChg chg="add del">
          <ac:chgData name="LAVANYA SINGH" userId="be9e0eaacd5033b1" providerId="LiveId" clId="{C313BEC5-BB04-4F2C-9796-79F4CA05FC3E}" dt="2023-12-03T02:12:55.953" v="5580" actId="26606"/>
          <ac:cxnSpMkLst>
            <pc:docMk/>
            <pc:sldMk cId="2984812994" sldId="270"/>
            <ac:cxnSpMk id="26" creationId="{E7A7CD63-7EC3-44F3-95D0-595C4019FF24}"/>
          </ac:cxnSpMkLst>
        </pc:cxnChg>
        <pc:cxnChg chg="add del">
          <ac:chgData name="LAVANYA SINGH" userId="be9e0eaacd5033b1" providerId="LiveId" clId="{C313BEC5-BB04-4F2C-9796-79F4CA05FC3E}" dt="2023-12-09T19:02:03.611" v="5625" actId="26606"/>
          <ac:cxnSpMkLst>
            <pc:docMk/>
            <pc:sldMk cId="2984812994" sldId="270"/>
            <ac:cxnSpMk id="31" creationId="{44A97E06-BFA0-EC60-B5D0-2E7FB39D20E5}"/>
          </ac:cxnSpMkLst>
        </pc:cxnChg>
        <pc:cxnChg chg="add del">
          <ac:chgData name="LAVANYA SINGH" userId="be9e0eaacd5033b1" providerId="LiveId" clId="{C313BEC5-BB04-4F2C-9796-79F4CA05FC3E}" dt="2023-12-09T19:02:03.611" v="5625" actId="26606"/>
          <ac:cxnSpMkLst>
            <pc:docMk/>
            <pc:sldMk cId="2984812994" sldId="270"/>
            <ac:cxnSpMk id="33" creationId="{B5D0D531-107E-0EC5-C69E-C0BF0C3600AE}"/>
          </ac:cxnSpMkLst>
        </pc:cxnChg>
        <pc:cxnChg chg="add del mod replId">
          <ac:chgData name="LAVANYA SINGH" userId="be9e0eaacd5033b1" providerId="LiveId" clId="{C313BEC5-BB04-4F2C-9796-79F4CA05FC3E}" dt="2023-12-09T18:56:50.637" v="5597" actId="26606"/>
          <ac:cxnSpMkLst>
            <pc:docMk/>
            <pc:sldMk cId="2984812994" sldId="270"/>
            <ac:cxnSpMk id="39" creationId="{F5486A9D-1265-4B57-91E6-68E666B978BC}"/>
          </ac:cxnSpMkLst>
        </pc:cxnChg>
        <pc:cxnChg chg="add del mod replId">
          <ac:chgData name="LAVANYA SINGH" userId="be9e0eaacd5033b1" providerId="LiveId" clId="{C313BEC5-BB04-4F2C-9796-79F4CA05FC3E}" dt="2023-12-09T18:56:50.637" v="5597" actId="26606"/>
          <ac:cxnSpMkLst>
            <pc:docMk/>
            <pc:sldMk cId="2984812994" sldId="270"/>
            <ac:cxnSpMk id="42" creationId="{77AB95BF-57D0-4E49-9EF2-408B47C8D40D}"/>
          </ac:cxnSpMkLst>
        </pc:cxnChg>
        <pc:cxnChg chg="add del">
          <ac:chgData name="LAVANYA SINGH" userId="be9e0eaacd5033b1" providerId="LiveId" clId="{C313BEC5-BB04-4F2C-9796-79F4CA05FC3E}" dt="2023-12-09T19:00:27.743" v="5602" actId="26606"/>
          <ac:cxnSpMkLst>
            <pc:docMk/>
            <pc:sldMk cId="2984812994" sldId="270"/>
            <ac:cxnSpMk id="48" creationId="{5AB158E9-1B40-4CD6-95F0-95CA11DF7B7A}"/>
          </ac:cxnSpMkLst>
        </pc:cxnChg>
        <pc:cxnChg chg="add del">
          <ac:chgData name="LAVANYA SINGH" userId="be9e0eaacd5033b1" providerId="LiveId" clId="{C313BEC5-BB04-4F2C-9796-79F4CA05FC3E}" dt="2023-12-09T19:03:56.390" v="5652" actId="26606"/>
          <ac:cxnSpMkLst>
            <pc:docMk/>
            <pc:sldMk cId="2984812994" sldId="270"/>
            <ac:cxnSpMk id="51" creationId="{45549E29-E797-4A00-B030-3AB01640CFDC}"/>
          </ac:cxnSpMkLst>
        </pc:cxnChg>
        <pc:cxnChg chg="add del">
          <ac:chgData name="LAVANYA SINGH" userId="be9e0eaacd5033b1" providerId="LiveId" clId="{C313BEC5-BB04-4F2C-9796-79F4CA05FC3E}" dt="2023-12-09T19:00:29.787" v="5605" actId="26606"/>
          <ac:cxnSpMkLst>
            <pc:docMk/>
            <pc:sldMk cId="2984812994" sldId="270"/>
            <ac:cxnSpMk id="53" creationId="{5A0A5CF6-407C-4691-8122-49DF69D0020D}"/>
          </ac:cxnSpMkLst>
        </pc:cxnChg>
        <pc:cxnChg chg="add del">
          <ac:chgData name="LAVANYA SINGH" userId="be9e0eaacd5033b1" providerId="LiveId" clId="{C313BEC5-BB04-4F2C-9796-79F4CA05FC3E}" dt="2023-12-09T19:01:23.997" v="5617" actId="26606"/>
          <ac:cxnSpMkLst>
            <pc:docMk/>
            <pc:sldMk cId="2984812994" sldId="270"/>
            <ac:cxnSpMk id="60" creationId="{45549E29-E797-4A00-B030-3AB01640CFDC}"/>
          </ac:cxnSpMkLst>
        </pc:cxnChg>
        <pc:cxnChg chg="add del">
          <ac:chgData name="LAVANYA SINGH" userId="be9e0eaacd5033b1" providerId="LiveId" clId="{C313BEC5-BB04-4F2C-9796-79F4CA05FC3E}" dt="2023-12-09T19:04:30.617" v="5666" actId="26606"/>
          <ac:cxnSpMkLst>
            <pc:docMk/>
            <pc:sldMk cId="2984812994" sldId="270"/>
            <ac:cxnSpMk id="63" creationId="{9020DCC9-F851-4562-BB20-1AB3C51BFD08}"/>
          </ac:cxnSpMkLst>
        </pc:cxnChg>
        <pc:cxnChg chg="add del">
          <ac:chgData name="LAVANYA SINGH" userId="be9e0eaacd5033b1" providerId="LiveId" clId="{C313BEC5-BB04-4F2C-9796-79F4CA05FC3E}" dt="2023-12-09T19:01:30.716" v="5620" actId="26606"/>
          <ac:cxnSpMkLst>
            <pc:docMk/>
            <pc:sldMk cId="2984812994" sldId="270"/>
            <ac:cxnSpMk id="66" creationId="{E9F7CBA9-9D9B-479F-AAB5-BF785971CD85}"/>
          </ac:cxnSpMkLst>
        </pc:cxnChg>
        <pc:cxnChg chg="add del">
          <ac:chgData name="LAVANYA SINGH" userId="be9e0eaacd5033b1" providerId="LiveId" clId="{C313BEC5-BB04-4F2C-9796-79F4CA05FC3E}" dt="2023-12-09T19:04:32.795" v="5669" actId="26606"/>
          <ac:cxnSpMkLst>
            <pc:docMk/>
            <pc:sldMk cId="2984812994" sldId="270"/>
            <ac:cxnSpMk id="70" creationId="{C65F3E9C-EF11-4F8F-A621-399C7A3E6401}"/>
          </ac:cxnSpMkLst>
        </pc:cxnChg>
        <pc:cxnChg chg="add del">
          <ac:chgData name="LAVANYA SINGH" userId="be9e0eaacd5033b1" providerId="LiveId" clId="{C313BEC5-BB04-4F2C-9796-79F4CA05FC3E}" dt="2023-12-09T19:02:03.570" v="5623" actId="26606"/>
          <ac:cxnSpMkLst>
            <pc:docMk/>
            <pc:sldMk cId="2984812994" sldId="270"/>
            <ac:cxnSpMk id="73" creationId="{C65F3E9C-EF11-4F8F-A621-399C7A3E6401}"/>
          </ac:cxnSpMkLst>
        </pc:cxnChg>
        <pc:cxnChg chg="add del">
          <ac:chgData name="LAVANYA SINGH" userId="be9e0eaacd5033b1" providerId="LiveId" clId="{C313BEC5-BB04-4F2C-9796-79F4CA05FC3E}" dt="2023-12-09T19:02:44.522" v="5640" actId="26606"/>
          <ac:cxnSpMkLst>
            <pc:docMk/>
            <pc:sldMk cId="2984812994" sldId="270"/>
            <ac:cxnSpMk id="79" creationId="{E9F7CBA9-9D9B-479F-AAB5-BF785971CD85}"/>
          </ac:cxnSpMkLst>
        </pc:cxnChg>
        <pc:cxnChg chg="add del">
          <ac:chgData name="LAVANYA SINGH" userId="be9e0eaacd5033b1" providerId="LiveId" clId="{C313BEC5-BB04-4F2C-9796-79F4CA05FC3E}" dt="2023-12-09T19:08:32.135" v="5682" actId="26606"/>
          <ac:cxnSpMkLst>
            <pc:docMk/>
            <pc:sldMk cId="2984812994" sldId="270"/>
            <ac:cxnSpMk id="85" creationId="{9020DCC9-F851-4562-BB20-1AB3C51BFD08}"/>
          </ac:cxnSpMkLst>
        </pc:cxnChg>
        <pc:cxnChg chg="add del">
          <ac:chgData name="LAVANYA SINGH" userId="be9e0eaacd5033b1" providerId="LiveId" clId="{C313BEC5-BB04-4F2C-9796-79F4CA05FC3E}" dt="2023-12-09T19:02:44.409" v="5638" actId="26606"/>
          <ac:cxnSpMkLst>
            <pc:docMk/>
            <pc:sldMk cId="2984812994" sldId="270"/>
            <ac:cxnSpMk id="86" creationId="{327CAB8F-A0BA-4128-8B2F-EC1879A1677D}"/>
          </ac:cxnSpMkLst>
        </pc:cxnChg>
        <pc:cxnChg chg="add del">
          <ac:chgData name="LAVANYA SINGH" userId="be9e0eaacd5033b1" providerId="LiveId" clId="{C313BEC5-BB04-4F2C-9796-79F4CA05FC3E}" dt="2023-12-09T19:03:27.507" v="5647" actId="26606"/>
          <ac:cxnSpMkLst>
            <pc:docMk/>
            <pc:sldMk cId="2984812994" sldId="270"/>
            <ac:cxnSpMk id="92" creationId="{45549E29-E797-4A00-B030-3AB01640CFDC}"/>
          </ac:cxnSpMkLst>
        </pc:cxnChg>
        <pc:cxnChg chg="add del">
          <ac:chgData name="LAVANYA SINGH" userId="be9e0eaacd5033b1" providerId="LiveId" clId="{C313BEC5-BB04-4F2C-9796-79F4CA05FC3E}" dt="2023-12-09T21:10:55.292" v="6746" actId="26606"/>
          <ac:cxnSpMkLst>
            <pc:docMk/>
            <pc:sldMk cId="2984812994" sldId="270"/>
            <ac:cxnSpMk id="117" creationId="{45549E29-E797-4A00-B030-3AB01640CFDC}"/>
          </ac:cxnSpMkLst>
        </pc:cxnChg>
        <pc:cxnChg chg="add">
          <ac:chgData name="LAVANYA SINGH" userId="be9e0eaacd5033b1" providerId="LiveId" clId="{C313BEC5-BB04-4F2C-9796-79F4CA05FC3E}" dt="2023-12-09T21:10:55.292" v="6746" actId="26606"/>
          <ac:cxnSpMkLst>
            <pc:docMk/>
            <pc:sldMk cId="2984812994" sldId="270"/>
            <ac:cxnSpMk id="126" creationId="{C65F3E9C-EF11-4F8F-A621-399C7A3E6401}"/>
          </ac:cxnSpMkLst>
        </pc:cxnChg>
      </pc:sldChg>
      <pc:sldChg chg="modSp new del mod">
        <pc:chgData name="LAVANYA SINGH" userId="be9e0eaacd5033b1" providerId="LiveId" clId="{C313BEC5-BB04-4F2C-9796-79F4CA05FC3E}" dt="2023-12-09T23:19:27.733" v="6960" actId="2696"/>
        <pc:sldMkLst>
          <pc:docMk/>
          <pc:sldMk cId="1668783276" sldId="271"/>
        </pc:sldMkLst>
        <pc:spChg chg="mod">
          <ac:chgData name="LAVANYA SINGH" userId="be9e0eaacd5033b1" providerId="LiveId" clId="{C313BEC5-BB04-4F2C-9796-79F4CA05FC3E}" dt="2023-12-09T23:19:08.331" v="6956" actId="21"/>
          <ac:spMkLst>
            <pc:docMk/>
            <pc:sldMk cId="1668783276" sldId="271"/>
            <ac:spMk id="2" creationId="{8E067331-0237-695D-FBA0-1229A27FA33C}"/>
          </ac:spMkLst>
        </pc:spChg>
        <pc:spChg chg="mod">
          <ac:chgData name="LAVANYA SINGH" userId="be9e0eaacd5033b1" providerId="LiveId" clId="{C313BEC5-BB04-4F2C-9796-79F4CA05FC3E}" dt="2023-12-09T23:19:19.221" v="6958" actId="21"/>
          <ac:spMkLst>
            <pc:docMk/>
            <pc:sldMk cId="1668783276" sldId="271"/>
            <ac:spMk id="3" creationId="{9CC281DC-3B2C-5015-0BA2-F2CA33859F24}"/>
          </ac:spMkLst>
        </pc:spChg>
      </pc:sldChg>
      <pc:sldChg chg="addSp delSp modSp new del mod ord setBg">
        <pc:chgData name="LAVANYA SINGH" userId="be9e0eaacd5033b1" providerId="LiveId" clId="{C313BEC5-BB04-4F2C-9796-79F4CA05FC3E}" dt="2023-12-09T21:08:32.003" v="6717" actId="2696"/>
        <pc:sldMkLst>
          <pc:docMk/>
          <pc:sldMk cId="685678988" sldId="272"/>
        </pc:sldMkLst>
        <pc:spChg chg="add del">
          <ac:chgData name="LAVANYA SINGH" userId="be9e0eaacd5033b1" providerId="LiveId" clId="{C313BEC5-BB04-4F2C-9796-79F4CA05FC3E}" dt="2023-12-09T20:08:49.223" v="6091" actId="26606"/>
          <ac:spMkLst>
            <pc:docMk/>
            <pc:sldMk cId="685678988" sldId="272"/>
            <ac:spMk id="2" creationId="{2F491168-4DC0-9EF6-3045-66F1AD5F7C44}"/>
          </ac:spMkLst>
        </pc:spChg>
        <pc:spChg chg="add del mod replId">
          <ac:chgData name="LAVANYA SINGH" userId="be9e0eaacd5033b1" providerId="LiveId" clId="{C313BEC5-BB04-4F2C-9796-79F4CA05FC3E}" dt="2023-12-09T21:08:12.542" v="6712" actId="21"/>
          <ac:spMkLst>
            <pc:docMk/>
            <pc:sldMk cId="685678988" sldId="272"/>
            <ac:spMk id="2" creationId="{AA1F981C-0AC4-6CD3-B670-02F0BC8B706F}"/>
          </ac:spMkLst>
        </pc:spChg>
        <pc:spChg chg="add del">
          <ac:chgData name="LAVANYA SINGH" userId="be9e0eaacd5033b1" providerId="LiveId" clId="{C313BEC5-BB04-4F2C-9796-79F4CA05FC3E}" dt="2023-12-09T20:08:39.338" v="6085" actId="26606"/>
          <ac:spMkLst>
            <pc:docMk/>
            <pc:sldMk cId="685678988" sldId="272"/>
            <ac:spMk id="2" creationId="{B58211F5-97CE-8879-D546-B31C12DBC921}"/>
          </ac:spMkLst>
        </pc:spChg>
        <pc:spChg chg="add del">
          <ac:chgData name="LAVANYA SINGH" userId="be9e0eaacd5033b1" providerId="LiveId" clId="{C313BEC5-BB04-4F2C-9796-79F4CA05FC3E}" dt="2023-12-09T20:08:44.414" v="6088" actId="26606"/>
          <ac:spMkLst>
            <pc:docMk/>
            <pc:sldMk cId="685678988" sldId="272"/>
            <ac:spMk id="2" creationId="{F4F5B787-B087-2912-95E9-62E0F6E612C5}"/>
          </ac:spMkLst>
        </pc:spChg>
        <pc:spChg chg="add del mod">
          <ac:chgData name="LAVANYA SINGH" userId="be9e0eaacd5033b1" providerId="LiveId" clId="{C313BEC5-BB04-4F2C-9796-79F4CA05FC3E}" dt="2023-12-09T21:08:02.060" v="6709" actId="27636"/>
          <ac:spMkLst>
            <pc:docMk/>
            <pc:sldMk cId="685678988" sldId="272"/>
            <ac:spMk id="3" creationId="{717822A9-270E-E09A-BE8D-65FBE6AB515C}"/>
          </ac:spMkLst>
        </pc:spChg>
        <pc:spChg chg="add del">
          <ac:chgData name="LAVANYA SINGH" userId="be9e0eaacd5033b1" providerId="LiveId" clId="{C313BEC5-BB04-4F2C-9796-79F4CA05FC3E}" dt="2023-12-09T20:08:44.414" v="6088" actId="26606"/>
          <ac:spMkLst>
            <pc:docMk/>
            <pc:sldMk cId="685678988" sldId="272"/>
            <ac:spMk id="8" creationId="{A7C53544-F5C1-8ED6-EA7A-17600EB08C9D}"/>
          </ac:spMkLst>
        </pc:spChg>
        <pc:spChg chg="add del">
          <ac:chgData name="LAVANYA SINGH" userId="be9e0eaacd5033b1" providerId="LiveId" clId="{C313BEC5-BB04-4F2C-9796-79F4CA05FC3E}" dt="2023-12-09T20:08:44.414" v="6088" actId="26606"/>
          <ac:spMkLst>
            <pc:docMk/>
            <pc:sldMk cId="685678988" sldId="272"/>
            <ac:spMk id="10" creationId="{3DE3B93A-6105-4E0D-ABE7-1711117A80FC}"/>
          </ac:spMkLst>
        </pc:spChg>
        <pc:spChg chg="add del">
          <ac:chgData name="LAVANYA SINGH" userId="be9e0eaacd5033b1" providerId="LiveId" clId="{C313BEC5-BB04-4F2C-9796-79F4CA05FC3E}" dt="2023-12-09T20:08:44.414" v="6088" actId="26606"/>
          <ac:spMkLst>
            <pc:docMk/>
            <pc:sldMk cId="685678988" sldId="272"/>
            <ac:spMk id="12" creationId="{1924D57B-FEC9-4779-B514-732685B876E8}"/>
          </ac:spMkLst>
        </pc:spChg>
        <pc:spChg chg="add del">
          <ac:chgData name="LAVANYA SINGH" userId="be9e0eaacd5033b1" providerId="LiveId" clId="{C313BEC5-BB04-4F2C-9796-79F4CA05FC3E}" dt="2023-12-09T20:08:44.414" v="6088" actId="26606"/>
          <ac:spMkLst>
            <pc:docMk/>
            <pc:sldMk cId="685678988" sldId="272"/>
            <ac:spMk id="14" creationId="{55EFD2BD-6E0E-4450-A3FF-5D1EA322A38B}"/>
          </ac:spMkLst>
        </pc:spChg>
        <pc:spChg chg="add del">
          <ac:chgData name="LAVANYA SINGH" userId="be9e0eaacd5033b1" providerId="LiveId" clId="{C313BEC5-BB04-4F2C-9796-79F4CA05FC3E}" dt="2023-12-09T20:08:49.223" v="6091" actId="26606"/>
          <ac:spMkLst>
            <pc:docMk/>
            <pc:sldMk cId="685678988" sldId="272"/>
            <ac:spMk id="16" creationId="{82A73093-4B9D-420D-B17E-52293703A1D4}"/>
          </ac:spMkLst>
        </pc:spChg>
        <pc:spChg chg="add del">
          <ac:chgData name="LAVANYA SINGH" userId="be9e0eaacd5033b1" providerId="LiveId" clId="{C313BEC5-BB04-4F2C-9796-79F4CA05FC3E}" dt="2023-12-09T20:08:49.223" v="6091" actId="26606"/>
          <ac:spMkLst>
            <pc:docMk/>
            <pc:sldMk cId="685678988" sldId="272"/>
            <ac:spMk id="17" creationId="{52ABB703-2B0E-4C3B-B4A2-F3973548E561}"/>
          </ac:spMkLst>
        </pc:spChg>
        <pc:spChg chg="add del">
          <ac:chgData name="LAVANYA SINGH" userId="be9e0eaacd5033b1" providerId="LiveId" clId="{C313BEC5-BB04-4F2C-9796-79F4CA05FC3E}" dt="2023-12-09T20:08:49.223" v="6091" actId="26606"/>
          <ac:spMkLst>
            <pc:docMk/>
            <pc:sldMk cId="685678988" sldId="272"/>
            <ac:spMk id="20" creationId="{319639E3-803F-DA85-F2A5-00B93C3B2B24}"/>
          </ac:spMkLst>
        </pc:spChg>
        <pc:spChg chg="add del">
          <ac:chgData name="LAVANYA SINGH" userId="be9e0eaacd5033b1" providerId="LiveId" clId="{C313BEC5-BB04-4F2C-9796-79F4CA05FC3E}" dt="2023-12-09T20:08:49.223" v="6091" actId="26606"/>
          <ac:spMkLst>
            <pc:docMk/>
            <pc:sldMk cId="685678988" sldId="272"/>
            <ac:spMk id="21" creationId="{E95DA498-D9A2-4DA9-B9DA-B3776E08CF7E}"/>
          </ac:spMkLst>
        </pc:spChg>
        <pc:graphicFrameChg chg="add del">
          <ac:chgData name="LAVANYA SINGH" userId="be9e0eaacd5033b1" providerId="LiveId" clId="{C313BEC5-BB04-4F2C-9796-79F4CA05FC3E}" dt="2023-12-09T20:08:39.338" v="6085" actId="26606"/>
          <ac:graphicFrameMkLst>
            <pc:docMk/>
            <pc:sldMk cId="685678988" sldId="272"/>
            <ac:graphicFrameMk id="5" creationId="{5E2CA381-9564-058A-B35A-E6E07C8EF251}"/>
          </ac:graphicFrameMkLst>
        </pc:graphicFrameChg>
        <pc:picChg chg="add del">
          <ac:chgData name="LAVANYA SINGH" userId="be9e0eaacd5033b1" providerId="LiveId" clId="{C313BEC5-BB04-4F2C-9796-79F4CA05FC3E}" dt="2023-12-09T20:08:44.414" v="6088" actId="26606"/>
          <ac:picMkLst>
            <pc:docMk/>
            <pc:sldMk cId="685678988" sldId="272"/>
            <ac:picMk id="7" creationId="{15FE0192-257D-A2F7-99E3-6B8EEA59E747}"/>
          </ac:picMkLst>
        </pc:picChg>
        <pc:picChg chg="add del">
          <ac:chgData name="LAVANYA SINGH" userId="be9e0eaacd5033b1" providerId="LiveId" clId="{C313BEC5-BB04-4F2C-9796-79F4CA05FC3E}" dt="2023-12-09T20:08:49.223" v="6091" actId="26606"/>
          <ac:picMkLst>
            <pc:docMk/>
            <pc:sldMk cId="685678988" sldId="272"/>
            <ac:picMk id="18" creationId="{CF4A2875-006C-49D8-E83D-BDEF42D1F45D}"/>
          </ac:picMkLst>
        </pc:picChg>
        <pc:cxnChg chg="add del">
          <ac:chgData name="LAVANYA SINGH" userId="be9e0eaacd5033b1" providerId="LiveId" clId="{C313BEC5-BB04-4F2C-9796-79F4CA05FC3E}" dt="2023-12-09T20:08:49.223" v="6091" actId="26606"/>
          <ac:cxnSpMkLst>
            <pc:docMk/>
            <pc:sldMk cId="685678988" sldId="272"/>
            <ac:cxnSpMk id="19" creationId="{9C21570E-E159-49A6-9891-FA397B7A92D3}"/>
          </ac:cxnSpMkLst>
        </pc:cxnChg>
      </pc:sldChg>
      <pc:sldChg chg="modSp new del mod">
        <pc:chgData name="LAVANYA SINGH" userId="be9e0eaacd5033b1" providerId="LiveId" clId="{C313BEC5-BB04-4F2C-9796-79F4CA05FC3E}" dt="2023-12-09T21:10:22.382" v="6743" actId="2696"/>
        <pc:sldMkLst>
          <pc:docMk/>
          <pc:sldMk cId="739876132" sldId="273"/>
        </pc:sldMkLst>
        <pc:spChg chg="mod">
          <ac:chgData name="LAVANYA SINGH" userId="be9e0eaacd5033b1" providerId="LiveId" clId="{C313BEC5-BB04-4F2C-9796-79F4CA05FC3E}" dt="2023-12-09T21:10:12.104" v="6741" actId="21"/>
          <ac:spMkLst>
            <pc:docMk/>
            <pc:sldMk cId="739876132" sldId="273"/>
            <ac:spMk id="3" creationId="{5F906E48-D070-4DA1-BCDD-5DD343BB7277}"/>
          </ac:spMkLst>
        </pc:spChg>
      </pc:sldChg>
      <pc:sldChg chg="addSp delSp modSp new mod setBg">
        <pc:chgData name="LAVANYA SINGH" userId="be9e0eaacd5033b1" providerId="LiveId" clId="{C313BEC5-BB04-4F2C-9796-79F4CA05FC3E}" dt="2023-12-09T20:06:23.462" v="6056" actId="113"/>
        <pc:sldMkLst>
          <pc:docMk/>
          <pc:sldMk cId="1806233104" sldId="274"/>
        </pc:sldMkLst>
        <pc:spChg chg="add del">
          <ac:chgData name="LAVANYA SINGH" userId="be9e0eaacd5033b1" providerId="LiveId" clId="{C313BEC5-BB04-4F2C-9796-79F4CA05FC3E}" dt="2023-12-09T20:06:01.332" v="6051"/>
          <ac:spMkLst>
            <pc:docMk/>
            <pc:sldMk cId="1806233104" sldId="274"/>
            <ac:spMk id="2" creationId="{A791CE72-F7AE-E920-D360-5E927B3E26C7}"/>
          </ac:spMkLst>
        </pc:spChg>
        <pc:spChg chg="add del">
          <ac:chgData name="LAVANYA SINGH" userId="be9e0eaacd5033b1" providerId="LiveId" clId="{C313BEC5-BB04-4F2C-9796-79F4CA05FC3E}" dt="2023-12-09T20:05:02.185" v="6039"/>
          <ac:spMkLst>
            <pc:docMk/>
            <pc:sldMk cId="1806233104" sldId="274"/>
            <ac:spMk id="3" creationId="{154EDCD8-2026-24AC-16AB-D891D7D8898D}"/>
          </ac:spMkLst>
        </pc:spChg>
        <pc:spChg chg="del mod replId">
          <ac:chgData name="LAVANYA SINGH" userId="be9e0eaacd5033b1" providerId="LiveId" clId="{C313BEC5-BB04-4F2C-9796-79F4CA05FC3E}" dt="2023-12-09T20:04:49.101" v="6037" actId="26606"/>
          <ac:spMkLst>
            <pc:docMk/>
            <pc:sldMk cId="1806233104" sldId="274"/>
            <ac:spMk id="5" creationId="{D8BCFD5A-F40D-804C-C181-C351E4575435}"/>
          </ac:spMkLst>
        </pc:spChg>
        <pc:spChg chg="del mod replId">
          <ac:chgData name="LAVANYA SINGH" userId="be9e0eaacd5033b1" providerId="LiveId" clId="{C313BEC5-BB04-4F2C-9796-79F4CA05FC3E}" dt="2023-12-09T20:04:49.101" v="6037" actId="26606"/>
          <ac:spMkLst>
            <pc:docMk/>
            <pc:sldMk cId="1806233104" sldId="274"/>
            <ac:spMk id="6" creationId="{4A62E135-604F-61FE-9065-FFD80B9619C5}"/>
          </ac:spMkLst>
        </pc:spChg>
        <pc:spChg chg="add">
          <ac:chgData name="LAVANYA SINGH" userId="be9e0eaacd5033b1" providerId="LiveId" clId="{C313BEC5-BB04-4F2C-9796-79F4CA05FC3E}" dt="2023-12-09T20:04:49.101" v="6037" actId="26606"/>
          <ac:spMkLst>
            <pc:docMk/>
            <pc:sldMk cId="1806233104" sldId="274"/>
            <ac:spMk id="8" creationId="{3558DB37-9FEE-48A2-8578-ED0401573943}"/>
          </ac:spMkLst>
        </pc:spChg>
        <pc:spChg chg="add mod">
          <ac:chgData name="LAVANYA SINGH" userId="be9e0eaacd5033b1" providerId="LiveId" clId="{C313BEC5-BB04-4F2C-9796-79F4CA05FC3E}" dt="2023-12-09T20:05:35.783" v="6046" actId="1076"/>
          <ac:spMkLst>
            <pc:docMk/>
            <pc:sldMk cId="1806233104" sldId="274"/>
            <ac:spMk id="9" creationId="{B874F058-1BCB-695C-E3D0-1FEA5801B8EF}"/>
          </ac:spMkLst>
        </pc:spChg>
        <pc:spChg chg="add">
          <ac:chgData name="LAVANYA SINGH" userId="be9e0eaacd5033b1" providerId="LiveId" clId="{C313BEC5-BB04-4F2C-9796-79F4CA05FC3E}" dt="2023-12-09T20:04:49.101" v="6037" actId="26606"/>
          <ac:spMkLst>
            <pc:docMk/>
            <pc:sldMk cId="1806233104" sldId="274"/>
            <ac:spMk id="10" creationId="{5F7FCCA6-00E2-4F74-A105-0D769872F243}"/>
          </ac:spMkLst>
        </pc:spChg>
        <pc:spChg chg="add mod">
          <ac:chgData name="LAVANYA SINGH" userId="be9e0eaacd5033b1" providerId="LiveId" clId="{C313BEC5-BB04-4F2C-9796-79F4CA05FC3E}" dt="2023-12-09T20:05:48.858" v="6049" actId="1076"/>
          <ac:spMkLst>
            <pc:docMk/>
            <pc:sldMk cId="1806233104" sldId="274"/>
            <ac:spMk id="11" creationId="{6E2C25AF-AB8A-F688-AAF1-7802005852FF}"/>
          </ac:spMkLst>
        </pc:spChg>
        <pc:spChg chg="add">
          <ac:chgData name="LAVANYA SINGH" userId="be9e0eaacd5033b1" providerId="LiveId" clId="{C313BEC5-BB04-4F2C-9796-79F4CA05FC3E}" dt="2023-12-09T20:04:49.101" v="6037" actId="26606"/>
          <ac:spMkLst>
            <pc:docMk/>
            <pc:sldMk cId="1806233104" sldId="274"/>
            <ac:spMk id="12" creationId="{5E1ED12F-9F06-4B37-87B7-F98F52937F86}"/>
          </ac:spMkLst>
        </pc:spChg>
        <pc:spChg chg="add mod">
          <ac:chgData name="LAVANYA SINGH" userId="be9e0eaacd5033b1" providerId="LiveId" clId="{C313BEC5-BB04-4F2C-9796-79F4CA05FC3E}" dt="2023-12-09T20:06:23.462" v="6056" actId="113"/>
          <ac:spMkLst>
            <pc:docMk/>
            <pc:sldMk cId="1806233104" sldId="274"/>
            <ac:spMk id="13" creationId="{FF6B792C-4CAC-2162-8A90-E6649A5B3E5B}"/>
          </ac:spMkLst>
        </pc:spChg>
        <pc:picChg chg="add mod">
          <ac:chgData name="LAVANYA SINGH" userId="be9e0eaacd5033b1" providerId="LiveId" clId="{C313BEC5-BB04-4F2C-9796-79F4CA05FC3E}" dt="2023-12-09T20:05:04.687" v="6040" actId="1076"/>
          <ac:picMkLst>
            <pc:docMk/>
            <pc:sldMk cId="1806233104" sldId="274"/>
            <ac:picMk id="4" creationId="{19CA0BA5-7969-3861-9EC3-8400B2DF4CED}"/>
          </ac:picMkLst>
        </pc:picChg>
        <pc:picChg chg="add mod">
          <ac:chgData name="LAVANYA SINGH" userId="be9e0eaacd5033b1" providerId="LiveId" clId="{C313BEC5-BB04-4F2C-9796-79F4CA05FC3E}" dt="2023-12-09T20:05:14.111" v="6043" actId="1076"/>
          <ac:picMkLst>
            <pc:docMk/>
            <pc:sldMk cId="1806233104" sldId="274"/>
            <ac:picMk id="7" creationId="{4AAF57F4-1775-9FCC-6E29-DFC2F92A3D75}"/>
          </ac:picMkLst>
        </pc:picChg>
      </pc:sldChg>
      <pc:sldChg chg="addSp delSp modSp new mod setBg">
        <pc:chgData name="LAVANYA SINGH" userId="be9e0eaacd5033b1" providerId="LiveId" clId="{C313BEC5-BB04-4F2C-9796-79F4CA05FC3E}" dt="2023-12-12T00:30:53.968" v="8503" actId="14100"/>
        <pc:sldMkLst>
          <pc:docMk/>
          <pc:sldMk cId="407913711" sldId="275"/>
        </pc:sldMkLst>
        <pc:spChg chg="add del">
          <ac:chgData name="LAVANYA SINGH" userId="be9e0eaacd5033b1" providerId="LiveId" clId="{C313BEC5-BB04-4F2C-9796-79F4CA05FC3E}" dt="2023-12-09T20:07:51.532" v="6077"/>
          <ac:spMkLst>
            <pc:docMk/>
            <pc:sldMk cId="407913711" sldId="275"/>
            <ac:spMk id="2" creationId="{00DF3942-102B-C995-8892-0011A52D709E}"/>
          </ac:spMkLst>
        </pc:spChg>
        <pc:spChg chg="add del mod">
          <ac:chgData name="LAVANYA SINGH" userId="be9e0eaacd5033b1" providerId="LiveId" clId="{C313BEC5-BB04-4F2C-9796-79F4CA05FC3E}" dt="2023-12-11T22:24:22.902" v="8374" actId="478"/>
          <ac:spMkLst>
            <pc:docMk/>
            <pc:sldMk cId="407913711" sldId="275"/>
            <ac:spMk id="3" creationId="{27901562-205C-43FF-E90D-A3057FF77E4B}"/>
          </ac:spMkLst>
        </pc:spChg>
        <pc:spChg chg="add del">
          <ac:chgData name="LAVANYA SINGH" userId="be9e0eaacd5033b1" providerId="LiveId" clId="{C313BEC5-BB04-4F2C-9796-79F4CA05FC3E}" dt="2023-12-09T20:06:51.666" v="6061"/>
          <ac:spMkLst>
            <pc:docMk/>
            <pc:sldMk cId="407913711" sldId="275"/>
            <ac:spMk id="3" creationId="{4FAA8420-085B-AD9B-42B8-5822C7A7FB66}"/>
          </ac:spMkLst>
        </pc:spChg>
        <pc:spChg chg="del mod replId">
          <ac:chgData name="LAVANYA SINGH" userId="be9e0eaacd5033b1" providerId="LiveId" clId="{C313BEC5-BB04-4F2C-9796-79F4CA05FC3E}" dt="2023-12-09T20:06:41.300" v="6059" actId="26606"/>
          <ac:spMkLst>
            <pc:docMk/>
            <pc:sldMk cId="407913711" sldId="275"/>
            <ac:spMk id="5" creationId="{18A7C2DA-3B25-28AA-1E33-D542638D8DDA}"/>
          </ac:spMkLst>
        </pc:spChg>
        <pc:spChg chg="del mod replId">
          <ac:chgData name="LAVANYA SINGH" userId="be9e0eaacd5033b1" providerId="LiveId" clId="{C313BEC5-BB04-4F2C-9796-79F4CA05FC3E}" dt="2023-12-09T20:06:41.300" v="6059" actId="26606"/>
          <ac:spMkLst>
            <pc:docMk/>
            <pc:sldMk cId="407913711" sldId="275"/>
            <ac:spMk id="6" creationId="{25B9A658-405B-74A7-5C01-BBEF3C204DBD}"/>
          </ac:spMkLst>
        </pc:spChg>
        <pc:spChg chg="add del">
          <ac:chgData name="LAVANYA SINGH" userId="be9e0eaacd5033b1" providerId="LiveId" clId="{C313BEC5-BB04-4F2C-9796-79F4CA05FC3E}" dt="2023-12-09T20:07:10.199" v="6066" actId="26606"/>
          <ac:spMkLst>
            <pc:docMk/>
            <pc:sldMk cId="407913711" sldId="275"/>
            <ac:spMk id="8" creationId="{3558DB37-9FEE-48A2-8578-ED0401573943}"/>
          </ac:spMkLst>
        </pc:spChg>
        <pc:spChg chg="add mod">
          <ac:chgData name="LAVANYA SINGH" userId="be9e0eaacd5033b1" providerId="LiveId" clId="{C313BEC5-BB04-4F2C-9796-79F4CA05FC3E}" dt="2023-12-09T20:08:01.555" v="6081" actId="113"/>
          <ac:spMkLst>
            <pc:docMk/>
            <pc:sldMk cId="407913711" sldId="275"/>
            <ac:spMk id="9" creationId="{B03C88B5-C220-8F8B-38F9-B4D5DD4B257E}"/>
          </ac:spMkLst>
        </pc:spChg>
        <pc:spChg chg="add del">
          <ac:chgData name="LAVANYA SINGH" userId="be9e0eaacd5033b1" providerId="LiveId" clId="{C313BEC5-BB04-4F2C-9796-79F4CA05FC3E}" dt="2023-12-09T20:07:10.199" v="6066" actId="26606"/>
          <ac:spMkLst>
            <pc:docMk/>
            <pc:sldMk cId="407913711" sldId="275"/>
            <ac:spMk id="10" creationId="{5F7FCCA6-00E2-4F74-A105-0D769872F243}"/>
          </ac:spMkLst>
        </pc:spChg>
        <pc:spChg chg="add del">
          <ac:chgData name="LAVANYA SINGH" userId="be9e0eaacd5033b1" providerId="LiveId" clId="{C313BEC5-BB04-4F2C-9796-79F4CA05FC3E}" dt="2023-12-09T20:07:10.199" v="6066" actId="26606"/>
          <ac:spMkLst>
            <pc:docMk/>
            <pc:sldMk cId="407913711" sldId="275"/>
            <ac:spMk id="12" creationId="{5E1ED12F-9F06-4B37-87B7-F98F52937F86}"/>
          </ac:spMkLst>
        </pc:spChg>
        <pc:spChg chg="add del mod replId">
          <ac:chgData name="LAVANYA SINGH" userId="be9e0eaacd5033b1" providerId="LiveId" clId="{C313BEC5-BB04-4F2C-9796-79F4CA05FC3E}" dt="2023-12-09T20:07:10.199" v="6066" actId="26606"/>
          <ac:spMkLst>
            <pc:docMk/>
            <pc:sldMk cId="407913711" sldId="275"/>
            <ac:spMk id="14" creationId="{E1FB5A0C-3303-180E-EF7C-70CF689DE7AE}"/>
          </ac:spMkLst>
        </pc:spChg>
        <pc:spChg chg="add">
          <ac:chgData name="LAVANYA SINGH" userId="be9e0eaacd5033b1" providerId="LiveId" clId="{C313BEC5-BB04-4F2C-9796-79F4CA05FC3E}" dt="2023-12-09T20:07:10.199" v="6066" actId="26606"/>
          <ac:spMkLst>
            <pc:docMk/>
            <pc:sldMk cId="407913711" sldId="275"/>
            <ac:spMk id="17" creationId="{BB2B8762-61F0-4F1B-9364-D633EE9D6AF5}"/>
          </ac:spMkLst>
        </pc:spChg>
        <pc:spChg chg="add">
          <ac:chgData name="LAVANYA SINGH" userId="be9e0eaacd5033b1" providerId="LiveId" clId="{C313BEC5-BB04-4F2C-9796-79F4CA05FC3E}" dt="2023-12-09T20:07:10.199" v="6066" actId="26606"/>
          <ac:spMkLst>
            <pc:docMk/>
            <pc:sldMk cId="407913711" sldId="275"/>
            <ac:spMk id="19" creationId="{E97675C8-1328-460C-9EBF-6B446B67EAD3}"/>
          </ac:spMkLst>
        </pc:spChg>
        <pc:spChg chg="add">
          <ac:chgData name="LAVANYA SINGH" userId="be9e0eaacd5033b1" providerId="LiveId" clId="{C313BEC5-BB04-4F2C-9796-79F4CA05FC3E}" dt="2023-12-09T20:07:10.199" v="6066" actId="26606"/>
          <ac:spMkLst>
            <pc:docMk/>
            <pc:sldMk cId="407913711" sldId="275"/>
            <ac:spMk id="23" creationId="{2AD83CFE-1CA3-4832-A4B9-C48CD1347C03}"/>
          </ac:spMkLst>
        </pc:spChg>
        <pc:spChg chg="add">
          <ac:chgData name="LAVANYA SINGH" userId="be9e0eaacd5033b1" providerId="LiveId" clId="{C313BEC5-BB04-4F2C-9796-79F4CA05FC3E}" dt="2023-12-09T20:07:10.199" v="6066" actId="26606"/>
          <ac:spMkLst>
            <pc:docMk/>
            <pc:sldMk cId="407913711" sldId="275"/>
            <ac:spMk id="25" creationId="{BC98641C-7F74-435D-996F-A4387A3C3C26}"/>
          </ac:spMkLst>
        </pc:spChg>
        <pc:spChg chg="add">
          <ac:chgData name="LAVANYA SINGH" userId="be9e0eaacd5033b1" providerId="LiveId" clId="{C313BEC5-BB04-4F2C-9796-79F4CA05FC3E}" dt="2023-12-09T20:07:10.199" v="6066" actId="26606"/>
          <ac:spMkLst>
            <pc:docMk/>
            <pc:sldMk cId="407913711" sldId="275"/>
            <ac:spMk id="27" creationId="{F530C0F6-C8DF-4539-B30C-8105DB618C20}"/>
          </ac:spMkLst>
        </pc:spChg>
        <pc:spChg chg="add">
          <ac:chgData name="LAVANYA SINGH" userId="be9e0eaacd5033b1" providerId="LiveId" clId="{C313BEC5-BB04-4F2C-9796-79F4CA05FC3E}" dt="2023-12-09T20:07:10.199" v="6066" actId="26606"/>
          <ac:spMkLst>
            <pc:docMk/>
            <pc:sldMk cId="407913711" sldId="275"/>
            <ac:spMk id="29" creationId="{BAE51241-AA8B-4B82-9C59-6738DB85674C}"/>
          </ac:spMkLst>
        </pc:spChg>
        <pc:picChg chg="add del mod">
          <ac:chgData name="LAVANYA SINGH" userId="be9e0eaacd5033b1" providerId="LiveId" clId="{C313BEC5-BB04-4F2C-9796-79F4CA05FC3E}" dt="2023-12-11T22:24:06.267" v="8370" actId="478"/>
          <ac:picMkLst>
            <pc:docMk/>
            <pc:sldMk cId="407913711" sldId="275"/>
            <ac:picMk id="4" creationId="{60949796-68F8-AF1A-A3BD-C3C91CC69C2F}"/>
          </ac:picMkLst>
        </pc:picChg>
        <pc:picChg chg="add del mod">
          <ac:chgData name="LAVANYA SINGH" userId="be9e0eaacd5033b1" providerId="LiveId" clId="{C313BEC5-BB04-4F2C-9796-79F4CA05FC3E}" dt="2023-12-11T22:24:55.831" v="8377" actId="478"/>
          <ac:picMkLst>
            <pc:docMk/>
            <pc:sldMk cId="407913711" sldId="275"/>
            <ac:picMk id="6" creationId="{4425F9CE-4CA9-BA4E-D3AB-F502D7413101}"/>
          </ac:picMkLst>
        </pc:picChg>
        <pc:picChg chg="add del mod">
          <ac:chgData name="LAVANYA SINGH" userId="be9e0eaacd5033b1" providerId="LiveId" clId="{C313BEC5-BB04-4F2C-9796-79F4CA05FC3E}" dt="2023-12-11T22:26:11.814" v="8385" actId="478"/>
          <ac:picMkLst>
            <pc:docMk/>
            <pc:sldMk cId="407913711" sldId="275"/>
            <ac:picMk id="7" creationId="{70BDC489-C0EA-E41F-A9D6-41E93642E457}"/>
          </ac:picMkLst>
        </pc:picChg>
        <pc:picChg chg="add del mod">
          <ac:chgData name="LAVANYA SINGH" userId="be9e0eaacd5033b1" providerId="LiveId" clId="{C313BEC5-BB04-4F2C-9796-79F4CA05FC3E}" dt="2023-12-12T00:29:11.459" v="8494" actId="478"/>
          <ac:picMkLst>
            <pc:docMk/>
            <pc:sldMk cId="407913711" sldId="275"/>
            <ac:picMk id="10" creationId="{8E9E40FE-74DA-2727-B988-33F5197CE327}"/>
          </ac:picMkLst>
        </pc:picChg>
        <pc:picChg chg="add del mod">
          <ac:chgData name="LAVANYA SINGH" userId="be9e0eaacd5033b1" providerId="LiveId" clId="{C313BEC5-BB04-4F2C-9796-79F4CA05FC3E}" dt="2023-12-12T00:30:46.398" v="8499" actId="478"/>
          <ac:picMkLst>
            <pc:docMk/>
            <pc:sldMk cId="407913711" sldId="275"/>
            <ac:picMk id="12" creationId="{117BE55C-8153-3890-BA7A-A3308E668BC9}"/>
          </ac:picMkLst>
        </pc:picChg>
        <pc:picChg chg="add mod">
          <ac:chgData name="LAVANYA SINGH" userId="be9e0eaacd5033b1" providerId="LiveId" clId="{C313BEC5-BB04-4F2C-9796-79F4CA05FC3E}" dt="2023-12-12T00:29:22.470" v="8498" actId="1076"/>
          <ac:picMkLst>
            <pc:docMk/>
            <pc:sldMk cId="407913711" sldId="275"/>
            <ac:picMk id="14" creationId="{18E42C0A-5AEF-5C11-CA81-23AEE0F891B3}"/>
          </ac:picMkLst>
        </pc:picChg>
        <pc:picChg chg="add del mod replId">
          <ac:chgData name="LAVANYA SINGH" userId="be9e0eaacd5033b1" providerId="LiveId" clId="{C313BEC5-BB04-4F2C-9796-79F4CA05FC3E}" dt="2023-12-09T20:07:10.199" v="6066" actId="26606"/>
          <ac:picMkLst>
            <pc:docMk/>
            <pc:sldMk cId="407913711" sldId="275"/>
            <ac:picMk id="15" creationId="{300B6936-07D9-A815-C267-1DED655184A9}"/>
          </ac:picMkLst>
        </pc:picChg>
        <pc:picChg chg="add del mod replId">
          <ac:chgData name="LAVANYA SINGH" userId="be9e0eaacd5033b1" providerId="LiveId" clId="{C313BEC5-BB04-4F2C-9796-79F4CA05FC3E}" dt="2023-12-09T20:07:10.199" v="6066" actId="26606"/>
          <ac:picMkLst>
            <pc:docMk/>
            <pc:sldMk cId="407913711" sldId="275"/>
            <ac:picMk id="16" creationId="{8DA56E5E-6841-09B2-2A60-BC973F13D619}"/>
          </ac:picMkLst>
        </pc:picChg>
        <pc:picChg chg="add mod">
          <ac:chgData name="LAVANYA SINGH" userId="be9e0eaacd5033b1" providerId="LiveId" clId="{C313BEC5-BB04-4F2C-9796-79F4CA05FC3E}" dt="2023-12-12T00:30:53.968" v="8503" actId="14100"/>
          <ac:picMkLst>
            <pc:docMk/>
            <pc:sldMk cId="407913711" sldId="275"/>
            <ac:picMk id="16" creationId="{9B7C5C7B-7ED2-CB35-6E6C-F3038B2975F4}"/>
          </ac:picMkLst>
        </pc:picChg>
        <pc:cxnChg chg="add">
          <ac:chgData name="LAVANYA SINGH" userId="be9e0eaacd5033b1" providerId="LiveId" clId="{C313BEC5-BB04-4F2C-9796-79F4CA05FC3E}" dt="2023-12-09T20:07:10.199" v="6066" actId="26606"/>
          <ac:cxnSpMkLst>
            <pc:docMk/>
            <pc:sldMk cId="407913711" sldId="275"/>
            <ac:cxnSpMk id="21" creationId="{514EE78B-AF71-4195-A01B-F1165D9233BF}"/>
          </ac:cxnSpMkLst>
        </pc:cxnChg>
      </pc:sldChg>
      <pc:sldChg chg="addSp delSp modSp new mod setBg">
        <pc:chgData name="LAVANYA SINGH" userId="be9e0eaacd5033b1" providerId="LiveId" clId="{C313BEC5-BB04-4F2C-9796-79F4CA05FC3E}" dt="2023-12-09T21:08:26.235" v="6716" actId="113"/>
        <pc:sldMkLst>
          <pc:docMk/>
          <pc:sldMk cId="1097120936" sldId="276"/>
        </pc:sldMkLst>
        <pc:spChg chg="add mod">
          <ac:chgData name="LAVANYA SINGH" userId="be9e0eaacd5033b1" providerId="LiveId" clId="{C313BEC5-BB04-4F2C-9796-79F4CA05FC3E}" dt="2023-12-09T21:08:26.235" v="6716" actId="113"/>
          <ac:spMkLst>
            <pc:docMk/>
            <pc:sldMk cId="1097120936" sldId="276"/>
            <ac:spMk id="2" creationId="{50768D58-F9D7-2CE1-6120-FA3FC7F73C8D}"/>
          </ac:spMkLst>
        </pc:spChg>
        <pc:spChg chg="add mod">
          <ac:chgData name="LAVANYA SINGH" userId="be9e0eaacd5033b1" providerId="LiveId" clId="{C313BEC5-BB04-4F2C-9796-79F4CA05FC3E}" dt="2023-12-09T21:08:05.320" v="6711" actId="27636"/>
          <ac:spMkLst>
            <pc:docMk/>
            <pc:sldMk cId="1097120936" sldId="276"/>
            <ac:spMk id="3" creationId="{71E1A109-C7E7-8BDB-D5B6-E0A2F97D643F}"/>
          </ac:spMkLst>
        </pc:spChg>
        <pc:spChg chg="del mod replId">
          <ac:chgData name="LAVANYA SINGH" userId="be9e0eaacd5033b1" providerId="LiveId" clId="{C313BEC5-BB04-4F2C-9796-79F4CA05FC3E}" dt="2023-12-09T21:07:54.785" v="6707" actId="26606"/>
          <ac:spMkLst>
            <pc:docMk/>
            <pc:sldMk cId="1097120936" sldId="276"/>
            <ac:spMk id="5" creationId="{CBAA003F-227B-8512-6152-21A03B7FD36E}"/>
          </ac:spMkLst>
        </pc:spChg>
        <pc:spChg chg="del mod replId">
          <ac:chgData name="LAVANYA SINGH" userId="be9e0eaacd5033b1" providerId="LiveId" clId="{C313BEC5-BB04-4F2C-9796-79F4CA05FC3E}" dt="2023-12-09T21:07:54.785" v="6707" actId="26606"/>
          <ac:spMkLst>
            <pc:docMk/>
            <pc:sldMk cId="1097120936" sldId="276"/>
            <ac:spMk id="6" creationId="{5183F328-6452-D12D-7A41-A6962F71B9CD}"/>
          </ac:spMkLst>
        </pc:spChg>
        <pc:spChg chg="add">
          <ac:chgData name="LAVANYA SINGH" userId="be9e0eaacd5033b1" providerId="LiveId" clId="{C313BEC5-BB04-4F2C-9796-79F4CA05FC3E}" dt="2023-12-09T21:07:54.785" v="6707" actId="26606"/>
          <ac:spMkLst>
            <pc:docMk/>
            <pc:sldMk cId="1097120936" sldId="276"/>
            <ac:spMk id="8" creationId="{3558DB37-9FEE-48A2-8578-ED0401573943}"/>
          </ac:spMkLst>
        </pc:spChg>
        <pc:spChg chg="add">
          <ac:chgData name="LAVANYA SINGH" userId="be9e0eaacd5033b1" providerId="LiveId" clId="{C313BEC5-BB04-4F2C-9796-79F4CA05FC3E}" dt="2023-12-09T21:07:54.785" v="6707" actId="26606"/>
          <ac:spMkLst>
            <pc:docMk/>
            <pc:sldMk cId="1097120936" sldId="276"/>
            <ac:spMk id="10" creationId="{5F7FCCA6-00E2-4F74-A105-0D769872F243}"/>
          </ac:spMkLst>
        </pc:spChg>
        <pc:spChg chg="add">
          <ac:chgData name="LAVANYA SINGH" userId="be9e0eaacd5033b1" providerId="LiveId" clId="{C313BEC5-BB04-4F2C-9796-79F4CA05FC3E}" dt="2023-12-09T21:07:54.785" v="6707" actId="26606"/>
          <ac:spMkLst>
            <pc:docMk/>
            <pc:sldMk cId="1097120936" sldId="276"/>
            <ac:spMk id="12" creationId="{5E1ED12F-9F06-4B37-87B7-F98F52937F86}"/>
          </ac:spMkLst>
        </pc:spChg>
      </pc:sldChg>
      <pc:sldChg chg="addSp delSp modSp new mod setBg">
        <pc:chgData name="LAVANYA SINGH" userId="be9e0eaacd5033b1" providerId="LiveId" clId="{C313BEC5-BB04-4F2C-9796-79F4CA05FC3E}" dt="2023-12-12T00:33:43.205" v="8518" actId="1076"/>
        <pc:sldMkLst>
          <pc:docMk/>
          <pc:sldMk cId="816142233" sldId="277"/>
        </pc:sldMkLst>
        <pc:spChg chg="add del">
          <ac:chgData name="LAVANYA SINGH" userId="be9e0eaacd5033b1" providerId="LiveId" clId="{C313BEC5-BB04-4F2C-9796-79F4CA05FC3E}" dt="2023-12-09T21:08:56.536" v="6722"/>
          <ac:spMkLst>
            <pc:docMk/>
            <pc:sldMk cId="816142233" sldId="277"/>
            <ac:spMk id="2" creationId="{0B03F4D1-F1A4-26FF-CD0F-49F025EEC8EA}"/>
          </ac:spMkLst>
        </pc:spChg>
        <pc:spChg chg="add del mod">
          <ac:chgData name="LAVANYA SINGH" userId="be9e0eaacd5033b1" providerId="LiveId" clId="{C313BEC5-BB04-4F2C-9796-79F4CA05FC3E}" dt="2023-12-12T00:00:37.623" v="8404" actId="478"/>
          <ac:spMkLst>
            <pc:docMk/>
            <pc:sldMk cId="816142233" sldId="277"/>
            <ac:spMk id="3" creationId="{B3A03FA8-5AD2-4AA8-18A3-D7B31A8BB22D}"/>
          </ac:spMkLst>
        </pc:spChg>
        <pc:spChg chg="add del">
          <ac:chgData name="LAVANYA SINGH" userId="be9e0eaacd5033b1" providerId="LiveId" clId="{C313BEC5-BB04-4F2C-9796-79F4CA05FC3E}" dt="2023-12-09T21:09:09.998" v="6726"/>
          <ac:spMkLst>
            <pc:docMk/>
            <pc:sldMk cId="816142233" sldId="277"/>
            <ac:spMk id="3" creationId="{CB3C4F92-2C59-80FE-CF0F-904FFE9C7A94}"/>
          </ac:spMkLst>
        </pc:spChg>
        <pc:spChg chg="add mod">
          <ac:chgData name="LAVANYA SINGH" userId="be9e0eaacd5033b1" providerId="LiveId" clId="{C313BEC5-BB04-4F2C-9796-79F4CA05FC3E}" dt="2023-12-09T21:09:02.395" v="6724" actId="113"/>
          <ac:spMkLst>
            <pc:docMk/>
            <pc:sldMk cId="816142233" sldId="277"/>
            <ac:spMk id="4" creationId="{EC3363F1-51F1-3F11-30E7-9E3937AEE23E}"/>
          </ac:spMkLst>
        </pc:spChg>
        <pc:spChg chg="del mod replId">
          <ac:chgData name="LAVANYA SINGH" userId="be9e0eaacd5033b1" providerId="LiveId" clId="{C313BEC5-BB04-4F2C-9796-79F4CA05FC3E}" dt="2023-12-09T21:08:42.822" v="6720" actId="26606"/>
          <ac:spMkLst>
            <pc:docMk/>
            <pc:sldMk cId="816142233" sldId="277"/>
            <ac:spMk id="5" creationId="{616887F8-1B51-E758-7BE1-52610DF78974}"/>
          </ac:spMkLst>
        </pc:spChg>
        <pc:spChg chg="del mod replId">
          <ac:chgData name="LAVANYA SINGH" userId="be9e0eaacd5033b1" providerId="LiveId" clId="{C313BEC5-BB04-4F2C-9796-79F4CA05FC3E}" dt="2023-12-09T21:08:42.822" v="6720" actId="26606"/>
          <ac:spMkLst>
            <pc:docMk/>
            <pc:sldMk cId="816142233" sldId="277"/>
            <ac:spMk id="6" creationId="{D15CE94A-07D9-8822-DACF-129328F51B49}"/>
          </ac:spMkLst>
        </pc:spChg>
        <pc:spChg chg="add">
          <ac:chgData name="LAVANYA SINGH" userId="be9e0eaacd5033b1" providerId="LiveId" clId="{C313BEC5-BB04-4F2C-9796-79F4CA05FC3E}" dt="2023-12-09T21:08:42.822" v="6720" actId="26606"/>
          <ac:spMkLst>
            <pc:docMk/>
            <pc:sldMk cId="816142233" sldId="277"/>
            <ac:spMk id="8" creationId="{3558DB37-9FEE-48A2-8578-ED0401573943}"/>
          </ac:spMkLst>
        </pc:spChg>
        <pc:spChg chg="add">
          <ac:chgData name="LAVANYA SINGH" userId="be9e0eaacd5033b1" providerId="LiveId" clId="{C313BEC5-BB04-4F2C-9796-79F4CA05FC3E}" dt="2023-12-09T21:08:42.822" v="6720" actId="26606"/>
          <ac:spMkLst>
            <pc:docMk/>
            <pc:sldMk cId="816142233" sldId="277"/>
            <ac:spMk id="10" creationId="{5F7FCCA6-00E2-4F74-A105-0D769872F243}"/>
          </ac:spMkLst>
        </pc:spChg>
        <pc:spChg chg="add mod">
          <ac:chgData name="LAVANYA SINGH" userId="be9e0eaacd5033b1" providerId="LiveId" clId="{C313BEC5-BB04-4F2C-9796-79F4CA05FC3E}" dt="2023-12-10T00:42:34.437" v="8205" actId="113"/>
          <ac:spMkLst>
            <pc:docMk/>
            <pc:sldMk cId="816142233" sldId="277"/>
            <ac:spMk id="11" creationId="{69612F27-A3A9-B517-ABB9-E38CD32D10D8}"/>
          </ac:spMkLst>
        </pc:spChg>
        <pc:spChg chg="add">
          <ac:chgData name="LAVANYA SINGH" userId="be9e0eaacd5033b1" providerId="LiveId" clId="{C313BEC5-BB04-4F2C-9796-79F4CA05FC3E}" dt="2023-12-09T21:08:42.822" v="6720" actId="26606"/>
          <ac:spMkLst>
            <pc:docMk/>
            <pc:sldMk cId="816142233" sldId="277"/>
            <ac:spMk id="12" creationId="{5E1ED12F-9F06-4B37-87B7-F98F52937F86}"/>
          </ac:spMkLst>
        </pc:spChg>
        <pc:spChg chg="add mod">
          <ac:chgData name="LAVANYA SINGH" userId="be9e0eaacd5033b1" providerId="LiveId" clId="{C313BEC5-BB04-4F2C-9796-79F4CA05FC3E}" dt="2023-12-10T00:42:40.108" v="8206" actId="113"/>
          <ac:spMkLst>
            <pc:docMk/>
            <pc:sldMk cId="816142233" sldId="277"/>
            <ac:spMk id="13" creationId="{1798BEDC-663C-F5E6-D3EE-37890E2E475E}"/>
          </ac:spMkLst>
        </pc:spChg>
        <pc:picChg chg="add del mod">
          <ac:chgData name="LAVANYA SINGH" userId="be9e0eaacd5033b1" providerId="LiveId" clId="{C313BEC5-BB04-4F2C-9796-79F4CA05FC3E}" dt="2023-12-12T00:32:42.052" v="8504" actId="478"/>
          <ac:picMkLst>
            <pc:docMk/>
            <pc:sldMk cId="816142233" sldId="277"/>
            <ac:picMk id="6" creationId="{AF0E0256-8B29-FF10-8F2B-8913FD43E7BF}"/>
          </ac:picMkLst>
        </pc:picChg>
        <pc:picChg chg="add del mod">
          <ac:chgData name="LAVANYA SINGH" userId="be9e0eaacd5033b1" providerId="LiveId" clId="{C313BEC5-BB04-4F2C-9796-79F4CA05FC3E}" dt="2023-12-11T23:57:58.622" v="8390" actId="478"/>
          <ac:picMkLst>
            <pc:docMk/>
            <pc:sldMk cId="816142233" sldId="277"/>
            <ac:picMk id="7" creationId="{2CA7A9AC-9B35-22B3-71EE-A46C4F95933E}"/>
          </ac:picMkLst>
        </pc:picChg>
        <pc:picChg chg="add del mod">
          <ac:chgData name="LAVANYA SINGH" userId="be9e0eaacd5033b1" providerId="LiveId" clId="{C313BEC5-BB04-4F2C-9796-79F4CA05FC3E}" dt="2023-12-11T23:59:39.275" v="8397" actId="478"/>
          <ac:picMkLst>
            <pc:docMk/>
            <pc:sldMk cId="816142233" sldId="277"/>
            <ac:picMk id="9" creationId="{D2D151C1-2346-6C18-C120-73F323615E74}"/>
          </ac:picMkLst>
        </pc:picChg>
        <pc:picChg chg="add del mod">
          <ac:chgData name="LAVANYA SINGH" userId="be9e0eaacd5033b1" providerId="LiveId" clId="{C313BEC5-BB04-4F2C-9796-79F4CA05FC3E}" dt="2023-12-12T00:33:24.757" v="8508" actId="478"/>
          <ac:picMkLst>
            <pc:docMk/>
            <pc:sldMk cId="816142233" sldId="277"/>
            <ac:picMk id="15" creationId="{1C390383-4A4C-2855-8730-717DCCE6E59C}"/>
          </ac:picMkLst>
        </pc:picChg>
        <pc:picChg chg="add del mod">
          <ac:chgData name="LAVANYA SINGH" userId="be9e0eaacd5033b1" providerId="LiveId" clId="{C313BEC5-BB04-4F2C-9796-79F4CA05FC3E}" dt="2023-12-09T21:16:19.300" v="6801" actId="478"/>
          <ac:picMkLst>
            <pc:docMk/>
            <pc:sldMk cId="816142233" sldId="277"/>
            <ac:picMk id="15" creationId="{25D7951D-9C93-BEFE-0509-ED635E77777A}"/>
          </ac:picMkLst>
        </pc:picChg>
        <pc:picChg chg="add mod">
          <ac:chgData name="LAVANYA SINGH" userId="be9e0eaacd5033b1" providerId="LiveId" clId="{C313BEC5-BB04-4F2C-9796-79F4CA05FC3E}" dt="2023-12-12T00:02:13.150" v="8409" actId="1076"/>
          <ac:picMkLst>
            <pc:docMk/>
            <pc:sldMk cId="816142233" sldId="277"/>
            <ac:picMk id="17" creationId="{EF51C976-9E02-6FD1-B3C6-894900110F24}"/>
          </ac:picMkLst>
        </pc:picChg>
        <pc:picChg chg="add mod">
          <ac:chgData name="LAVANYA SINGH" userId="be9e0eaacd5033b1" providerId="LiveId" clId="{C313BEC5-BB04-4F2C-9796-79F4CA05FC3E}" dt="2023-12-12T00:32:48.305" v="8507" actId="1076"/>
          <ac:picMkLst>
            <pc:docMk/>
            <pc:sldMk cId="816142233" sldId="277"/>
            <ac:picMk id="18" creationId="{F7C04B26-9FB6-9468-E648-2DBC08400A41}"/>
          </ac:picMkLst>
        </pc:picChg>
        <pc:picChg chg="add mod">
          <ac:chgData name="LAVANYA SINGH" userId="be9e0eaacd5033b1" providerId="LiveId" clId="{C313BEC5-BB04-4F2C-9796-79F4CA05FC3E}" dt="2023-12-12T00:02:17.765" v="8410" actId="1076"/>
          <ac:picMkLst>
            <pc:docMk/>
            <pc:sldMk cId="816142233" sldId="277"/>
            <ac:picMk id="19" creationId="{533E51F6-9FF7-C36B-BDCC-4299A2844A77}"/>
          </ac:picMkLst>
        </pc:picChg>
        <pc:picChg chg="add mod">
          <ac:chgData name="LAVANYA SINGH" userId="be9e0eaacd5033b1" providerId="LiveId" clId="{C313BEC5-BB04-4F2C-9796-79F4CA05FC3E}" dt="2023-12-12T00:33:43.205" v="8518" actId="1076"/>
          <ac:picMkLst>
            <pc:docMk/>
            <pc:sldMk cId="816142233" sldId="277"/>
            <ac:picMk id="21" creationId="{9D19977A-D9F4-7A4E-E56E-6AC9B65AB080}"/>
          </ac:picMkLst>
        </pc:picChg>
      </pc:sldChg>
      <pc:sldChg chg="addSp delSp modSp new mod ord setBg">
        <pc:chgData name="LAVANYA SINGH" userId="be9e0eaacd5033b1" providerId="LiveId" clId="{C313BEC5-BB04-4F2C-9796-79F4CA05FC3E}" dt="2023-12-09T23:59:51.426" v="7537" actId="255"/>
        <pc:sldMkLst>
          <pc:docMk/>
          <pc:sldMk cId="1035503553" sldId="278"/>
        </pc:sldMkLst>
        <pc:spChg chg="add del">
          <ac:chgData name="LAVANYA SINGH" userId="be9e0eaacd5033b1" providerId="LiveId" clId="{C313BEC5-BB04-4F2C-9796-79F4CA05FC3E}" dt="2023-12-09T23:25:39.135" v="7206" actId="478"/>
          <ac:spMkLst>
            <pc:docMk/>
            <pc:sldMk cId="1035503553" sldId="278"/>
            <ac:spMk id="2" creationId="{7CD6A132-308B-3182-B815-5330A24BDCD8}"/>
          </ac:spMkLst>
        </pc:spChg>
        <pc:spChg chg="add mod">
          <ac:chgData name="LAVANYA SINGH" userId="be9e0eaacd5033b1" providerId="LiveId" clId="{C313BEC5-BB04-4F2C-9796-79F4CA05FC3E}" dt="2023-12-09T23:59:51.426" v="7537" actId="255"/>
          <ac:spMkLst>
            <pc:docMk/>
            <pc:sldMk cId="1035503553" sldId="278"/>
            <ac:spMk id="3" creationId="{4D48E4DC-70D2-5B10-F118-F12963FF5779}"/>
          </ac:spMkLst>
        </pc:spChg>
        <pc:spChg chg="add mod">
          <ac:chgData name="LAVANYA SINGH" userId="be9e0eaacd5033b1" providerId="LiveId" clId="{C313BEC5-BB04-4F2C-9796-79F4CA05FC3E}" dt="2023-12-09T23:54:30.120" v="7447" actId="14100"/>
          <ac:spMkLst>
            <pc:docMk/>
            <pc:sldMk cId="1035503553" sldId="278"/>
            <ac:spMk id="4" creationId="{AB38F138-E2D5-D5FF-E0CC-EE8945E8D4C4}"/>
          </ac:spMkLst>
        </pc:spChg>
        <pc:spChg chg="del mod replId">
          <ac:chgData name="LAVANYA SINGH" userId="be9e0eaacd5033b1" providerId="LiveId" clId="{C313BEC5-BB04-4F2C-9796-79F4CA05FC3E}" dt="2023-12-09T21:10:04.762" v="6740" actId="26606"/>
          <ac:spMkLst>
            <pc:docMk/>
            <pc:sldMk cId="1035503553" sldId="278"/>
            <ac:spMk id="5" creationId="{6BFE2685-E575-67E1-E5E2-E7B3D381E908}"/>
          </ac:spMkLst>
        </pc:spChg>
        <pc:spChg chg="del mod replId">
          <ac:chgData name="LAVANYA SINGH" userId="be9e0eaacd5033b1" providerId="LiveId" clId="{C313BEC5-BB04-4F2C-9796-79F4CA05FC3E}" dt="2023-12-09T21:10:04.762" v="6740" actId="26606"/>
          <ac:spMkLst>
            <pc:docMk/>
            <pc:sldMk cId="1035503553" sldId="278"/>
            <ac:spMk id="6" creationId="{5CC063E1-2D1B-9B4F-5D57-F75CEBABC1CE}"/>
          </ac:spMkLst>
        </pc:spChg>
        <pc:spChg chg="add del">
          <ac:chgData name="LAVANYA SINGH" userId="be9e0eaacd5033b1" providerId="LiveId" clId="{C313BEC5-BB04-4F2C-9796-79F4CA05FC3E}" dt="2023-12-09T23:26:20.879" v="7214" actId="26606"/>
          <ac:spMkLst>
            <pc:docMk/>
            <pc:sldMk cId="1035503553" sldId="278"/>
            <ac:spMk id="8" creationId="{3558DB37-9FEE-48A2-8578-ED0401573943}"/>
          </ac:spMkLst>
        </pc:spChg>
        <pc:spChg chg="add del">
          <ac:chgData name="LAVANYA SINGH" userId="be9e0eaacd5033b1" providerId="LiveId" clId="{C313BEC5-BB04-4F2C-9796-79F4CA05FC3E}" dt="2023-12-09T23:26:20.879" v="7214" actId="26606"/>
          <ac:spMkLst>
            <pc:docMk/>
            <pc:sldMk cId="1035503553" sldId="278"/>
            <ac:spMk id="10" creationId="{5F7FCCA6-00E2-4F74-A105-0D769872F243}"/>
          </ac:spMkLst>
        </pc:spChg>
        <pc:spChg chg="add del">
          <ac:chgData name="LAVANYA SINGH" userId="be9e0eaacd5033b1" providerId="LiveId" clId="{C313BEC5-BB04-4F2C-9796-79F4CA05FC3E}" dt="2023-12-09T23:26:20.879" v="7214" actId="26606"/>
          <ac:spMkLst>
            <pc:docMk/>
            <pc:sldMk cId="1035503553" sldId="278"/>
            <ac:spMk id="12" creationId="{5E1ED12F-9F06-4B37-87B7-F98F52937F86}"/>
          </ac:spMkLst>
        </pc:spChg>
        <pc:spChg chg="add del mod replId">
          <ac:chgData name="LAVANYA SINGH" userId="be9e0eaacd5033b1" providerId="LiveId" clId="{C313BEC5-BB04-4F2C-9796-79F4CA05FC3E}" dt="2023-12-09T23:26:20.879" v="7214" actId="26606"/>
          <ac:spMkLst>
            <pc:docMk/>
            <pc:sldMk cId="1035503553" sldId="278"/>
            <ac:spMk id="14" creationId="{F30F0534-7186-C2C6-6AE4-01BA62D8354B}"/>
          </ac:spMkLst>
        </pc:spChg>
        <pc:spChg chg="add">
          <ac:chgData name="LAVANYA SINGH" userId="be9e0eaacd5033b1" providerId="LiveId" clId="{C313BEC5-BB04-4F2C-9796-79F4CA05FC3E}" dt="2023-12-09T23:26:20.879" v="7214" actId="26606"/>
          <ac:spMkLst>
            <pc:docMk/>
            <pc:sldMk cId="1035503553" sldId="278"/>
            <ac:spMk id="17" creationId="{C843AFC8-D8D0-4784-B08C-6324FA88E6DD}"/>
          </ac:spMkLst>
        </pc:spChg>
        <pc:spChg chg="add">
          <ac:chgData name="LAVANYA SINGH" userId="be9e0eaacd5033b1" providerId="LiveId" clId="{C313BEC5-BB04-4F2C-9796-79F4CA05FC3E}" dt="2023-12-09T23:26:20.879" v="7214" actId="26606"/>
          <ac:spMkLst>
            <pc:docMk/>
            <pc:sldMk cId="1035503553" sldId="278"/>
            <ac:spMk id="19" creationId="{854B1A56-8AFB-4D4F-8D98-1E832D6FFE67}"/>
          </ac:spMkLst>
        </pc:spChg>
        <pc:spChg chg="add">
          <ac:chgData name="LAVANYA SINGH" userId="be9e0eaacd5033b1" providerId="LiveId" clId="{C313BEC5-BB04-4F2C-9796-79F4CA05FC3E}" dt="2023-12-09T23:26:20.879" v="7214" actId="26606"/>
          <ac:spMkLst>
            <pc:docMk/>
            <pc:sldMk cId="1035503553" sldId="278"/>
            <ac:spMk id="21" creationId="{F8E828FC-05B4-4BA4-92D3-3DF79D42D88E}"/>
          </ac:spMkLst>
        </pc:spChg>
        <pc:graphicFrameChg chg="add mod">
          <ac:chgData name="LAVANYA SINGH" userId="be9e0eaacd5033b1" providerId="LiveId" clId="{C313BEC5-BB04-4F2C-9796-79F4CA05FC3E}" dt="2023-12-09T23:56:20.259" v="7464" actId="14100"/>
          <ac:graphicFrameMkLst>
            <pc:docMk/>
            <pc:sldMk cId="1035503553" sldId="278"/>
            <ac:graphicFrameMk id="7" creationId="{887EDB28-F570-B8F1-8715-F575AB083B16}"/>
          </ac:graphicFrameMkLst>
        </pc:graphicFrameChg>
      </pc:sldChg>
      <pc:sldChg chg="addSp delSp modSp new mod ord setBg">
        <pc:chgData name="LAVANYA SINGH" userId="be9e0eaacd5033b1" providerId="LiveId" clId="{C313BEC5-BB04-4F2C-9796-79F4CA05FC3E}" dt="2023-12-10T00:05:59.442" v="7615" actId="20577"/>
        <pc:sldMkLst>
          <pc:docMk/>
          <pc:sldMk cId="1850426108" sldId="279"/>
        </pc:sldMkLst>
        <pc:spChg chg="add del">
          <ac:chgData name="LAVANYA SINGH" userId="be9e0eaacd5033b1" providerId="LiveId" clId="{C313BEC5-BB04-4F2C-9796-79F4CA05FC3E}" dt="2023-12-09T21:11:35.305" v="6753"/>
          <ac:spMkLst>
            <pc:docMk/>
            <pc:sldMk cId="1850426108" sldId="279"/>
            <ac:spMk id="2" creationId="{445CF0A0-7FA8-5AA3-77CD-D36B41173485}"/>
          </ac:spMkLst>
        </pc:spChg>
        <pc:spChg chg="add del">
          <ac:chgData name="LAVANYA SINGH" userId="be9e0eaacd5033b1" providerId="LiveId" clId="{C313BEC5-BB04-4F2C-9796-79F4CA05FC3E}" dt="2023-12-09T21:11:24.959" v="6751"/>
          <ac:spMkLst>
            <pc:docMk/>
            <pc:sldMk cId="1850426108" sldId="279"/>
            <ac:spMk id="3" creationId="{CC892A4D-BF97-2CA2-3E1A-8B94CA4E0756}"/>
          </ac:spMkLst>
        </pc:spChg>
        <pc:spChg chg="del mod replId">
          <ac:chgData name="LAVANYA SINGH" userId="be9e0eaacd5033b1" providerId="LiveId" clId="{C313BEC5-BB04-4F2C-9796-79F4CA05FC3E}" dt="2023-12-09T21:11:05.500" v="6749" actId="26606"/>
          <ac:spMkLst>
            <pc:docMk/>
            <pc:sldMk cId="1850426108" sldId="279"/>
            <ac:spMk id="5" creationId="{E91F5EB1-88A4-44DF-6512-5BEA5C1B64E9}"/>
          </ac:spMkLst>
        </pc:spChg>
        <pc:spChg chg="del mod replId">
          <ac:chgData name="LAVANYA SINGH" userId="be9e0eaacd5033b1" providerId="LiveId" clId="{C313BEC5-BB04-4F2C-9796-79F4CA05FC3E}" dt="2023-12-09T21:11:05.500" v="6749" actId="26606"/>
          <ac:spMkLst>
            <pc:docMk/>
            <pc:sldMk cId="1850426108" sldId="279"/>
            <ac:spMk id="6" creationId="{C6C34B74-CCB5-13FC-B018-86F9214F200C}"/>
          </ac:spMkLst>
        </pc:spChg>
        <pc:spChg chg="add del">
          <ac:chgData name="LAVANYA SINGH" userId="be9e0eaacd5033b1" providerId="LiveId" clId="{C313BEC5-BB04-4F2C-9796-79F4CA05FC3E}" dt="2023-12-09T23:37:45.415" v="7375" actId="26606"/>
          <ac:spMkLst>
            <pc:docMk/>
            <pc:sldMk cId="1850426108" sldId="279"/>
            <ac:spMk id="7" creationId="{014FEFE4-0847-496D-B437-237ED07DE5BB}"/>
          </ac:spMkLst>
        </pc:spChg>
        <pc:spChg chg="add del">
          <ac:chgData name="LAVANYA SINGH" userId="be9e0eaacd5033b1" providerId="LiveId" clId="{C313BEC5-BB04-4F2C-9796-79F4CA05FC3E}" dt="2023-12-09T21:12:45.136" v="6787" actId="26606"/>
          <ac:spMkLst>
            <pc:docMk/>
            <pc:sldMk cId="1850426108" sldId="279"/>
            <ac:spMk id="7" creationId="{1822DDAE-5543-7CE7-7CAB-828251A998F3}"/>
          </ac:spMkLst>
        </pc:spChg>
        <pc:spChg chg="add del">
          <ac:chgData name="LAVANYA SINGH" userId="be9e0eaacd5033b1" providerId="LiveId" clId="{C313BEC5-BB04-4F2C-9796-79F4CA05FC3E}" dt="2023-12-09T23:37:01.646" v="7372" actId="26606"/>
          <ac:spMkLst>
            <pc:docMk/>
            <pc:sldMk cId="1850426108" sldId="279"/>
            <ac:spMk id="7" creationId="{30537DF7-1A14-ABDD-01AC-08299ED8C3B6}"/>
          </ac:spMkLst>
        </pc:spChg>
        <pc:spChg chg="add del">
          <ac:chgData name="LAVANYA SINGH" userId="be9e0eaacd5033b1" providerId="LiveId" clId="{C313BEC5-BB04-4F2C-9796-79F4CA05FC3E}" dt="2023-12-09T21:12:44.150" v="6784" actId="26606"/>
          <ac:spMkLst>
            <pc:docMk/>
            <pc:sldMk cId="1850426108" sldId="279"/>
            <ac:spMk id="7" creationId="{7EFA8D77-CAAD-D8DA-5CF3-CFFCFF79BB44}"/>
          </ac:spMkLst>
        </pc:spChg>
        <pc:spChg chg="add del">
          <ac:chgData name="LAVANYA SINGH" userId="be9e0eaacd5033b1" providerId="LiveId" clId="{C313BEC5-BB04-4F2C-9796-79F4CA05FC3E}" dt="2023-12-09T23:36:51.921" v="7366" actId="26606"/>
          <ac:spMkLst>
            <pc:docMk/>
            <pc:sldMk cId="1850426108" sldId="279"/>
            <ac:spMk id="7" creationId="{C82CB9A4-8C62-95CF-36EC-8E7B9E7D86DE}"/>
          </ac:spMkLst>
        </pc:spChg>
        <pc:spChg chg="add del">
          <ac:chgData name="LAVANYA SINGH" userId="be9e0eaacd5033b1" providerId="LiveId" clId="{C313BEC5-BB04-4F2C-9796-79F4CA05FC3E}" dt="2023-12-09T23:37:45.441" v="7377" actId="26606"/>
          <ac:spMkLst>
            <pc:docMk/>
            <pc:sldMk cId="1850426108" sldId="279"/>
            <ac:spMk id="7" creationId="{D52940E9-E380-2185-4E72-541F0F8F29F7}"/>
          </ac:spMkLst>
        </pc:spChg>
        <pc:spChg chg="add del">
          <ac:chgData name="LAVANYA SINGH" userId="be9e0eaacd5033b1" providerId="LiveId" clId="{C313BEC5-BB04-4F2C-9796-79F4CA05FC3E}" dt="2023-12-09T21:14:40.958" v="6796" actId="26606"/>
          <ac:spMkLst>
            <pc:docMk/>
            <pc:sldMk cId="1850426108" sldId="279"/>
            <ac:spMk id="7" creationId="{F0E7D690-1C26-CA45-F866-55D4A8B76D6A}"/>
          </ac:spMkLst>
        </pc:spChg>
        <pc:spChg chg="add del">
          <ac:chgData name="LAVANYA SINGH" userId="be9e0eaacd5033b1" providerId="LiveId" clId="{C313BEC5-BB04-4F2C-9796-79F4CA05FC3E}" dt="2023-12-09T21:14:26.350" v="6793" actId="26606"/>
          <ac:spMkLst>
            <pc:docMk/>
            <pc:sldMk cId="1850426108" sldId="279"/>
            <ac:spMk id="7" creationId="{F4CC387F-35A4-C43F-7D77-4F81E12E7807}"/>
          </ac:spMkLst>
        </pc:spChg>
        <pc:spChg chg="add del">
          <ac:chgData name="LAVANYA SINGH" userId="be9e0eaacd5033b1" providerId="LiveId" clId="{C313BEC5-BB04-4F2C-9796-79F4CA05FC3E}" dt="2023-12-09T21:12:54.395" v="6790" actId="26606"/>
          <ac:spMkLst>
            <pc:docMk/>
            <pc:sldMk cId="1850426108" sldId="279"/>
            <ac:spMk id="7" creationId="{F526D29C-A48E-5294-7DDF-0252308466EB}"/>
          </ac:spMkLst>
        </pc:spChg>
        <pc:spChg chg="add del">
          <ac:chgData name="LAVANYA SINGH" userId="be9e0eaacd5033b1" providerId="LiveId" clId="{C313BEC5-BB04-4F2C-9796-79F4CA05FC3E}" dt="2023-12-09T21:14:40.989" v="6798" actId="26606"/>
          <ac:spMkLst>
            <pc:docMk/>
            <pc:sldMk cId="1850426108" sldId="279"/>
            <ac:spMk id="8" creationId="{3558DB37-9FEE-48A2-8578-ED0401573943}"/>
          </ac:spMkLst>
        </pc:spChg>
        <pc:spChg chg="add del">
          <ac:chgData name="LAVANYA SINGH" userId="be9e0eaacd5033b1" providerId="LiveId" clId="{C313BEC5-BB04-4F2C-9796-79F4CA05FC3E}" dt="2023-12-09T21:14:40.989" v="6798" actId="26606"/>
          <ac:spMkLst>
            <pc:docMk/>
            <pc:sldMk cId="1850426108" sldId="279"/>
            <ac:spMk id="10" creationId="{5F7FCCA6-00E2-4F74-A105-0D769872F243}"/>
          </ac:spMkLst>
        </pc:spChg>
        <pc:spChg chg="add del">
          <ac:chgData name="LAVANYA SINGH" userId="be9e0eaacd5033b1" providerId="LiveId" clId="{C313BEC5-BB04-4F2C-9796-79F4CA05FC3E}" dt="2023-12-09T21:14:40.989" v="6798" actId="26606"/>
          <ac:spMkLst>
            <pc:docMk/>
            <pc:sldMk cId="1850426108" sldId="279"/>
            <ac:spMk id="12" creationId="{5E1ED12F-9F06-4B37-87B7-F98F52937F86}"/>
          </ac:spMkLst>
        </pc:spChg>
        <pc:spChg chg="add del">
          <ac:chgData name="LAVANYA SINGH" userId="be9e0eaacd5033b1" providerId="LiveId" clId="{C313BEC5-BB04-4F2C-9796-79F4CA05FC3E}" dt="2023-12-09T21:12:44.150" v="6784" actId="26606"/>
          <ac:spMkLst>
            <pc:docMk/>
            <pc:sldMk cId="1850426108" sldId="279"/>
            <ac:spMk id="17" creationId="{739ED4B0-07D7-492B-AAD1-7BA3037D7DA4}"/>
          </ac:spMkLst>
        </pc:spChg>
        <pc:spChg chg="add del">
          <ac:chgData name="LAVANYA SINGH" userId="be9e0eaacd5033b1" providerId="LiveId" clId="{C313BEC5-BB04-4F2C-9796-79F4CA05FC3E}" dt="2023-12-09T21:12:44.150" v="6784" actId="26606"/>
          <ac:spMkLst>
            <pc:docMk/>
            <pc:sldMk cId="1850426108" sldId="279"/>
            <ac:spMk id="19" creationId="{C886BFA9-1A18-4956-9210-4C9833FF600D}"/>
          </ac:spMkLst>
        </pc:spChg>
        <pc:spChg chg="add del">
          <ac:chgData name="LAVANYA SINGH" userId="be9e0eaacd5033b1" providerId="LiveId" clId="{C313BEC5-BB04-4F2C-9796-79F4CA05FC3E}" dt="2023-12-09T21:12:44.150" v="6784" actId="26606"/>
          <ac:spMkLst>
            <pc:docMk/>
            <pc:sldMk cId="1850426108" sldId="279"/>
            <ac:spMk id="21" creationId="{D3D398E9-CBC4-4AEE-A93E-C1F4A1B84762}"/>
          </ac:spMkLst>
        </pc:spChg>
        <pc:spChg chg="add del">
          <ac:chgData name="LAVANYA SINGH" userId="be9e0eaacd5033b1" providerId="LiveId" clId="{C313BEC5-BB04-4F2C-9796-79F4CA05FC3E}" dt="2023-12-09T21:12:45.136" v="6787" actId="26606"/>
          <ac:spMkLst>
            <pc:docMk/>
            <pc:sldMk cId="1850426108" sldId="279"/>
            <ac:spMk id="23" creationId="{990D0034-F768-41E7-85D4-F38C4DE85770}"/>
          </ac:spMkLst>
        </pc:spChg>
        <pc:spChg chg="add del">
          <ac:chgData name="LAVANYA SINGH" userId="be9e0eaacd5033b1" providerId="LiveId" clId="{C313BEC5-BB04-4F2C-9796-79F4CA05FC3E}" dt="2023-12-09T21:12:45.136" v="6787" actId="26606"/>
          <ac:spMkLst>
            <pc:docMk/>
            <pc:sldMk cId="1850426108" sldId="279"/>
            <ac:spMk id="24" creationId="{C4F7E42D-8B5A-4FC8-81CD-9E60171F7FA8}"/>
          </ac:spMkLst>
        </pc:spChg>
        <pc:spChg chg="add del">
          <ac:chgData name="LAVANYA SINGH" userId="be9e0eaacd5033b1" providerId="LiveId" clId="{C313BEC5-BB04-4F2C-9796-79F4CA05FC3E}" dt="2023-12-09T21:12:45.136" v="6787" actId="26606"/>
          <ac:spMkLst>
            <pc:docMk/>
            <pc:sldMk cId="1850426108" sldId="279"/>
            <ac:spMk id="25" creationId="{8C04651D-B9F4-4935-A02D-364153FBDF54}"/>
          </ac:spMkLst>
        </pc:spChg>
        <pc:spChg chg="add del">
          <ac:chgData name="LAVANYA SINGH" userId="be9e0eaacd5033b1" providerId="LiveId" clId="{C313BEC5-BB04-4F2C-9796-79F4CA05FC3E}" dt="2023-12-09T21:14:26.350" v="6793" actId="26606"/>
          <ac:spMkLst>
            <pc:docMk/>
            <pc:sldMk cId="1850426108" sldId="279"/>
            <ac:spMk id="27" creationId="{0DCF8855-3530-4F46-A4CB-3B6686EEE4BD}"/>
          </ac:spMkLst>
        </pc:spChg>
        <pc:spChg chg="add del">
          <ac:chgData name="LAVANYA SINGH" userId="be9e0eaacd5033b1" providerId="LiveId" clId="{C313BEC5-BB04-4F2C-9796-79F4CA05FC3E}" dt="2023-12-09T21:12:54.395" v="6790" actId="26606"/>
          <ac:spMkLst>
            <pc:docMk/>
            <pc:sldMk cId="1850426108" sldId="279"/>
            <ac:spMk id="28" creationId="{990D0034-F768-41E7-85D4-F38C4DE85770}"/>
          </ac:spMkLst>
        </pc:spChg>
        <pc:spChg chg="add del">
          <ac:chgData name="LAVANYA SINGH" userId="be9e0eaacd5033b1" providerId="LiveId" clId="{C313BEC5-BB04-4F2C-9796-79F4CA05FC3E}" dt="2023-12-09T21:14:26.350" v="6793" actId="26606"/>
          <ac:spMkLst>
            <pc:docMk/>
            <pc:sldMk cId="1850426108" sldId="279"/>
            <ac:spMk id="32" creationId="{4E4490D0-3672-446A-AC12-B4830333BDDD}"/>
          </ac:spMkLst>
        </pc:spChg>
        <pc:spChg chg="add del">
          <ac:chgData name="LAVANYA SINGH" userId="be9e0eaacd5033b1" providerId="LiveId" clId="{C313BEC5-BB04-4F2C-9796-79F4CA05FC3E}" dt="2023-12-09T21:14:26.350" v="6793" actId="26606"/>
          <ac:spMkLst>
            <pc:docMk/>
            <pc:sldMk cId="1850426108" sldId="279"/>
            <ac:spMk id="33" creationId="{39CB82C2-DF65-4EC1-8280-F201D50F570B}"/>
          </ac:spMkLst>
        </pc:spChg>
        <pc:spChg chg="add del">
          <ac:chgData name="LAVANYA SINGH" userId="be9e0eaacd5033b1" providerId="LiveId" clId="{C313BEC5-BB04-4F2C-9796-79F4CA05FC3E}" dt="2023-12-09T21:14:26.350" v="6793" actId="26606"/>
          <ac:spMkLst>
            <pc:docMk/>
            <pc:sldMk cId="1850426108" sldId="279"/>
            <ac:spMk id="35" creationId="{8D0DE514-8876-4D18-A995-61A5C1F813F1}"/>
          </ac:spMkLst>
        </pc:spChg>
        <pc:spChg chg="add del">
          <ac:chgData name="LAVANYA SINGH" userId="be9e0eaacd5033b1" providerId="LiveId" clId="{C313BEC5-BB04-4F2C-9796-79F4CA05FC3E}" dt="2023-12-09T21:14:26.350" v="6793" actId="26606"/>
          <ac:spMkLst>
            <pc:docMk/>
            <pc:sldMk cId="1850426108" sldId="279"/>
            <ac:spMk id="36" creationId="{09DA791C-FFCF-422E-8775-BDA6C0E5ECF0}"/>
          </ac:spMkLst>
        </pc:spChg>
        <pc:spChg chg="add del">
          <ac:chgData name="LAVANYA SINGH" userId="be9e0eaacd5033b1" providerId="LiveId" clId="{C313BEC5-BB04-4F2C-9796-79F4CA05FC3E}" dt="2023-12-09T21:14:40.958" v="6796" actId="26606"/>
          <ac:spMkLst>
            <pc:docMk/>
            <pc:sldMk cId="1850426108" sldId="279"/>
            <ac:spMk id="39" creationId="{9386BF1E-AB0F-87A7-5E48-B5A22DB0A07A}"/>
          </ac:spMkLst>
        </pc:spChg>
        <pc:spChg chg="add del">
          <ac:chgData name="LAVANYA SINGH" userId="be9e0eaacd5033b1" providerId="LiveId" clId="{C313BEC5-BB04-4F2C-9796-79F4CA05FC3E}" dt="2023-12-09T21:14:40.958" v="6796" actId="26606"/>
          <ac:spMkLst>
            <pc:docMk/>
            <pc:sldMk cId="1850426108" sldId="279"/>
            <ac:spMk id="40" creationId="{837F71B0-9579-A4F5-57AC-47AE425D93CF}"/>
          </ac:spMkLst>
        </pc:spChg>
        <pc:spChg chg="add del">
          <ac:chgData name="LAVANYA SINGH" userId="be9e0eaacd5033b1" providerId="LiveId" clId="{C313BEC5-BB04-4F2C-9796-79F4CA05FC3E}" dt="2023-12-09T21:14:40.958" v="6796" actId="26606"/>
          <ac:spMkLst>
            <pc:docMk/>
            <pc:sldMk cId="1850426108" sldId="279"/>
            <ac:spMk id="41" creationId="{596BA511-C7FE-C134-30B8-1D5C9856FAE4}"/>
          </ac:spMkLst>
        </pc:spChg>
        <pc:spChg chg="add del">
          <ac:chgData name="LAVANYA SINGH" userId="be9e0eaacd5033b1" providerId="LiveId" clId="{C313BEC5-BB04-4F2C-9796-79F4CA05FC3E}" dt="2023-12-09T23:37:45.441" v="7377" actId="26606"/>
          <ac:spMkLst>
            <pc:docMk/>
            <pc:sldMk cId="1850426108" sldId="279"/>
            <ac:spMk id="44" creationId="{9AA92122-4856-225E-507B-27BBF5A7AF3C}"/>
          </ac:spMkLst>
        </pc:spChg>
        <pc:spChg chg="add del">
          <ac:chgData name="LAVANYA SINGH" userId="be9e0eaacd5033b1" providerId="LiveId" clId="{C313BEC5-BB04-4F2C-9796-79F4CA05FC3E}" dt="2023-12-09T23:37:45.441" v="7377" actId="26606"/>
          <ac:spMkLst>
            <pc:docMk/>
            <pc:sldMk cId="1850426108" sldId="279"/>
            <ac:spMk id="45" creationId="{532FAC02-7AB7-5592-D04A-45A0CDE7C93E}"/>
          </ac:spMkLst>
        </pc:spChg>
        <pc:spChg chg="add del">
          <ac:chgData name="LAVANYA SINGH" userId="be9e0eaacd5033b1" providerId="LiveId" clId="{C313BEC5-BB04-4F2C-9796-79F4CA05FC3E}" dt="2023-12-09T23:37:45.441" v="7377" actId="26606"/>
          <ac:spMkLst>
            <pc:docMk/>
            <pc:sldMk cId="1850426108" sldId="279"/>
            <ac:spMk id="46" creationId="{77024CEF-F46C-A3A3-15D5-9E913B6B32D4}"/>
          </ac:spMkLst>
        </pc:spChg>
        <pc:spChg chg="add del mod replId">
          <ac:chgData name="LAVANYA SINGH" userId="be9e0eaacd5033b1" providerId="LiveId" clId="{C313BEC5-BB04-4F2C-9796-79F4CA05FC3E}" dt="2023-12-09T21:14:40.989" v="6798" actId="26606"/>
          <ac:spMkLst>
            <pc:docMk/>
            <pc:sldMk cId="1850426108" sldId="279"/>
            <ac:spMk id="48" creationId="{9867105A-CFCB-76F4-6EF2-7E4B5E75BE41}"/>
          </ac:spMkLst>
        </pc:spChg>
        <pc:spChg chg="add del">
          <ac:chgData name="LAVANYA SINGH" userId="be9e0eaacd5033b1" providerId="LiveId" clId="{C313BEC5-BB04-4F2C-9796-79F4CA05FC3E}" dt="2023-12-09T23:37:01.646" v="7372" actId="26606"/>
          <ac:spMkLst>
            <pc:docMk/>
            <pc:sldMk cId="1850426108" sldId="279"/>
            <ac:spMk id="51" creationId="{A6B16355-27FB-445B-B646-02AB73637459}"/>
          </ac:spMkLst>
        </pc:spChg>
        <pc:spChg chg="add del">
          <ac:chgData name="LAVANYA SINGH" userId="be9e0eaacd5033b1" providerId="LiveId" clId="{C313BEC5-BB04-4F2C-9796-79F4CA05FC3E}" dt="2023-12-09T23:37:01.646" v="7372" actId="26606"/>
          <ac:spMkLst>
            <pc:docMk/>
            <pc:sldMk cId="1850426108" sldId="279"/>
            <ac:spMk id="55" creationId="{6B3BF2E5-C3AB-441F-A430-491119C56D26}"/>
          </ac:spMkLst>
        </pc:spChg>
        <pc:spChg chg="add del">
          <ac:chgData name="LAVANYA SINGH" userId="be9e0eaacd5033b1" providerId="LiveId" clId="{C313BEC5-BB04-4F2C-9796-79F4CA05FC3E}" dt="2023-12-09T23:37:01.646" v="7372" actId="26606"/>
          <ac:spMkLst>
            <pc:docMk/>
            <pc:sldMk cId="1850426108" sldId="279"/>
            <ac:spMk id="57" creationId="{DD07C90B-B81A-473B-8919-CA924E61FFCF}"/>
          </ac:spMkLst>
        </pc:spChg>
        <pc:spChg chg="add del">
          <ac:chgData name="LAVANYA SINGH" userId="be9e0eaacd5033b1" providerId="LiveId" clId="{C313BEC5-BB04-4F2C-9796-79F4CA05FC3E}" dt="2023-12-09T23:37:45.415" v="7375" actId="26606"/>
          <ac:spMkLst>
            <pc:docMk/>
            <pc:sldMk cId="1850426108" sldId="279"/>
            <ac:spMk id="59" creationId="{0065ED25-92BF-123A-DAC0-8E3ED0C5B97E}"/>
          </ac:spMkLst>
        </pc:spChg>
        <pc:spChg chg="add del">
          <ac:chgData name="LAVANYA SINGH" userId="be9e0eaacd5033b1" providerId="LiveId" clId="{C313BEC5-BB04-4F2C-9796-79F4CA05FC3E}" dt="2023-12-09T23:37:45.415" v="7375" actId="26606"/>
          <ac:spMkLst>
            <pc:docMk/>
            <pc:sldMk cId="1850426108" sldId="279"/>
            <ac:spMk id="60" creationId="{7F7B26CE-C578-C8E4-24A6-50B95A6364F5}"/>
          </ac:spMkLst>
        </pc:spChg>
        <pc:spChg chg="add del">
          <ac:chgData name="LAVANYA SINGH" userId="be9e0eaacd5033b1" providerId="LiveId" clId="{C313BEC5-BB04-4F2C-9796-79F4CA05FC3E}" dt="2023-12-09T23:37:45.415" v="7375" actId="26606"/>
          <ac:spMkLst>
            <pc:docMk/>
            <pc:sldMk cId="1850426108" sldId="279"/>
            <ac:spMk id="61" creationId="{365678E2-376C-3A19-BEB1-1DCE33A6297C}"/>
          </ac:spMkLst>
        </pc:spChg>
        <pc:spChg chg="add del mod replId">
          <ac:chgData name="LAVANYA SINGH" userId="be9e0eaacd5033b1" providerId="LiveId" clId="{C313BEC5-BB04-4F2C-9796-79F4CA05FC3E}" dt="2023-12-09T23:37:45.441" v="7377" actId="26606"/>
          <ac:spMkLst>
            <pc:docMk/>
            <pc:sldMk cId="1850426108" sldId="279"/>
            <ac:spMk id="64" creationId="{2FE977CC-B688-F22D-3381-8B74AA491452}"/>
          </ac:spMkLst>
        </pc:spChg>
        <pc:graphicFrameChg chg="add del">
          <ac:chgData name="LAVANYA SINGH" userId="be9e0eaacd5033b1" providerId="LiveId" clId="{C313BEC5-BB04-4F2C-9796-79F4CA05FC3E}" dt="2023-12-09T21:14:40.958" v="6796" actId="26606"/>
          <ac:graphicFrameMkLst>
            <pc:docMk/>
            <pc:sldMk cId="1850426108" sldId="279"/>
            <ac:graphicFrameMk id="4" creationId="{1B3E38AA-F4EA-DC0A-9E4D-50349C233643}"/>
          </ac:graphicFrameMkLst>
        </pc:graphicFrameChg>
        <pc:graphicFrameChg chg="add del">
          <ac:chgData name="LAVANYA SINGH" userId="be9e0eaacd5033b1" providerId="LiveId" clId="{C313BEC5-BB04-4F2C-9796-79F4CA05FC3E}" dt="2023-12-09T23:37:01.646" v="7372" actId="26606"/>
          <ac:graphicFrameMkLst>
            <pc:docMk/>
            <pc:sldMk cId="1850426108" sldId="279"/>
            <ac:graphicFrameMk id="4" creationId="{54DC25F6-FE55-5F66-5F25-6EFB6547434D}"/>
          </ac:graphicFrameMkLst>
        </pc:graphicFrameChg>
        <pc:graphicFrameChg chg="add del">
          <ac:chgData name="LAVANYA SINGH" userId="be9e0eaacd5033b1" providerId="LiveId" clId="{C313BEC5-BB04-4F2C-9796-79F4CA05FC3E}" dt="2023-12-09T21:12:44.150" v="6784" actId="26606"/>
          <ac:graphicFrameMkLst>
            <pc:docMk/>
            <pc:sldMk cId="1850426108" sldId="279"/>
            <ac:graphicFrameMk id="4" creationId="{586C4393-970A-2471-939D-4D53C93FCB48}"/>
          </ac:graphicFrameMkLst>
        </pc:graphicFrameChg>
        <pc:graphicFrameChg chg="add del">
          <ac:chgData name="LAVANYA SINGH" userId="be9e0eaacd5033b1" providerId="LiveId" clId="{C313BEC5-BB04-4F2C-9796-79F4CA05FC3E}" dt="2023-12-09T23:37:45.415" v="7375" actId="26606"/>
          <ac:graphicFrameMkLst>
            <pc:docMk/>
            <pc:sldMk cId="1850426108" sldId="279"/>
            <ac:graphicFrameMk id="4" creationId="{9E03A649-CEFA-DCDE-CEB8-F308B77ED835}"/>
          </ac:graphicFrameMkLst>
        </pc:graphicFrameChg>
        <pc:graphicFrameChg chg="add del">
          <ac:chgData name="LAVANYA SINGH" userId="be9e0eaacd5033b1" providerId="LiveId" clId="{C313BEC5-BB04-4F2C-9796-79F4CA05FC3E}" dt="2023-12-09T21:14:26.350" v="6793" actId="26606"/>
          <ac:graphicFrameMkLst>
            <pc:docMk/>
            <pc:sldMk cId="1850426108" sldId="279"/>
            <ac:graphicFrameMk id="4" creationId="{A2E131E8-10B8-BC86-45BA-362517633533}"/>
          </ac:graphicFrameMkLst>
        </pc:graphicFrameChg>
        <pc:graphicFrameChg chg="add del">
          <ac:chgData name="LAVANYA SINGH" userId="be9e0eaacd5033b1" providerId="LiveId" clId="{C313BEC5-BB04-4F2C-9796-79F4CA05FC3E}" dt="2023-12-09T21:12:54.395" v="6790" actId="26606"/>
          <ac:graphicFrameMkLst>
            <pc:docMk/>
            <pc:sldMk cId="1850426108" sldId="279"/>
            <ac:graphicFrameMk id="4" creationId="{B1B1DBBE-57C3-F745-658D-D3710E726836}"/>
          </ac:graphicFrameMkLst>
        </pc:graphicFrameChg>
        <pc:graphicFrameChg chg="add del">
          <ac:chgData name="LAVANYA SINGH" userId="be9e0eaacd5033b1" providerId="LiveId" clId="{C313BEC5-BB04-4F2C-9796-79F4CA05FC3E}" dt="2023-12-09T21:12:45.136" v="6787" actId="26606"/>
          <ac:graphicFrameMkLst>
            <pc:docMk/>
            <pc:sldMk cId="1850426108" sldId="279"/>
            <ac:graphicFrameMk id="4" creationId="{DA0B9CAB-80FC-B0D6-5A26-6DC8A533F66B}"/>
          </ac:graphicFrameMkLst>
        </pc:graphicFrameChg>
        <pc:graphicFrameChg chg="add del">
          <ac:chgData name="LAVANYA SINGH" userId="be9e0eaacd5033b1" providerId="LiveId" clId="{C313BEC5-BB04-4F2C-9796-79F4CA05FC3E}" dt="2023-12-09T23:36:51.921" v="7366" actId="26606"/>
          <ac:graphicFrameMkLst>
            <pc:docMk/>
            <pc:sldMk cId="1850426108" sldId="279"/>
            <ac:graphicFrameMk id="4" creationId="{F74635D6-B2C1-1050-5F92-D4E3457E3811}"/>
          </ac:graphicFrameMkLst>
        </pc:graphicFrameChg>
        <pc:graphicFrameChg chg="add del mod">
          <ac:chgData name="LAVANYA SINGH" userId="be9e0eaacd5033b1" providerId="LiveId" clId="{C313BEC5-BB04-4F2C-9796-79F4CA05FC3E}" dt="2023-12-10T00:05:59.442" v="7615" actId="20577"/>
          <ac:graphicFrameMkLst>
            <pc:docMk/>
            <pc:sldMk cId="1850426108" sldId="279"/>
            <ac:graphicFrameMk id="4" creationId="{FFA18FD1-CF7B-E157-4943-7C12C9ECC062}"/>
          </ac:graphicFrameMkLst>
        </pc:graphicFrameChg>
        <pc:graphicFrameChg chg="add del mod replId">
          <ac:chgData name="LAVANYA SINGH" userId="be9e0eaacd5033b1" providerId="LiveId" clId="{C313BEC5-BB04-4F2C-9796-79F4CA05FC3E}" dt="2023-12-09T21:14:40.989" v="6798" actId="26606"/>
          <ac:graphicFrameMkLst>
            <pc:docMk/>
            <pc:sldMk cId="1850426108" sldId="279"/>
            <ac:graphicFrameMk id="47" creationId="{7C9E54A9-92CB-D525-545A-41535B55D15B}"/>
          </ac:graphicFrameMkLst>
        </pc:graphicFrameChg>
        <pc:graphicFrameChg chg="add del mod replId">
          <ac:chgData name="LAVANYA SINGH" userId="be9e0eaacd5033b1" providerId="LiveId" clId="{C313BEC5-BB04-4F2C-9796-79F4CA05FC3E}" dt="2023-12-09T23:37:45.441" v="7377" actId="26606"/>
          <ac:graphicFrameMkLst>
            <pc:docMk/>
            <pc:sldMk cId="1850426108" sldId="279"/>
            <ac:graphicFrameMk id="63" creationId="{69C10129-96B2-D7D8-5572-09DD6CFC6E3D}"/>
          </ac:graphicFrameMkLst>
        </pc:graphicFrameChg>
        <pc:cxnChg chg="add del">
          <ac:chgData name="LAVANYA SINGH" userId="be9e0eaacd5033b1" providerId="LiveId" clId="{C313BEC5-BB04-4F2C-9796-79F4CA05FC3E}" dt="2023-12-09T21:12:54.395" v="6790" actId="26606"/>
          <ac:cxnSpMkLst>
            <pc:docMk/>
            <pc:sldMk cId="1850426108" sldId="279"/>
            <ac:cxnSpMk id="29" creationId="{5A0A5CF6-407C-4691-8122-49DF69D0020D}"/>
          </ac:cxnSpMkLst>
        </pc:cxnChg>
        <pc:cxnChg chg="add del">
          <ac:chgData name="LAVANYA SINGH" userId="be9e0eaacd5033b1" providerId="LiveId" clId="{C313BEC5-BB04-4F2C-9796-79F4CA05FC3E}" dt="2023-12-09T21:14:26.350" v="6793" actId="26606"/>
          <ac:cxnSpMkLst>
            <pc:docMk/>
            <pc:sldMk cId="1850426108" sldId="279"/>
            <ac:cxnSpMk id="34" creationId="{7E1D4427-852B-4B37-8E76-0E9F1810BA2A}"/>
          </ac:cxnSpMkLst>
        </pc:cxnChg>
        <pc:cxnChg chg="add del">
          <ac:chgData name="LAVANYA SINGH" userId="be9e0eaacd5033b1" providerId="LiveId" clId="{C313BEC5-BB04-4F2C-9796-79F4CA05FC3E}" dt="2023-12-09T23:37:01.646" v="7372" actId="26606"/>
          <ac:cxnSpMkLst>
            <pc:docMk/>
            <pc:sldMk cId="1850426108" sldId="279"/>
            <ac:cxnSpMk id="53" creationId="{06DA680F-F6AC-453E-A8BF-C5BDED2851DE}"/>
          </ac:cxnSpMkLst>
        </pc:cxnChg>
      </pc:sldChg>
      <pc:sldChg chg="addSp delSp modSp new del mod setBg">
        <pc:chgData name="LAVANYA SINGH" userId="be9e0eaacd5033b1" providerId="LiveId" clId="{C313BEC5-BB04-4F2C-9796-79F4CA05FC3E}" dt="2023-12-09T23:25:21.841" v="7204" actId="2696"/>
        <pc:sldMkLst>
          <pc:docMk/>
          <pc:sldMk cId="811485581" sldId="280"/>
        </pc:sldMkLst>
        <pc:spChg chg="del">
          <ac:chgData name="LAVANYA SINGH" userId="be9e0eaacd5033b1" providerId="LiveId" clId="{C313BEC5-BB04-4F2C-9796-79F4CA05FC3E}" dt="2023-12-09T23:14:30.183" v="6817" actId="478"/>
          <ac:spMkLst>
            <pc:docMk/>
            <pc:sldMk cId="811485581" sldId="280"/>
            <ac:spMk id="2" creationId="{5778F67F-9EDE-940C-7FD2-63E0CC4674C1}"/>
          </ac:spMkLst>
        </pc:spChg>
        <pc:spChg chg="add del mod">
          <ac:chgData name="LAVANYA SINGH" userId="be9e0eaacd5033b1" providerId="LiveId" clId="{C313BEC5-BB04-4F2C-9796-79F4CA05FC3E}" dt="2023-12-09T23:24:43.077" v="7196" actId="26606"/>
          <ac:spMkLst>
            <pc:docMk/>
            <pc:sldMk cId="811485581" sldId="280"/>
            <ac:spMk id="3" creationId="{8C718A9A-5842-F776-0F48-3AD4631BE4B0}"/>
          </ac:spMkLst>
        </pc:spChg>
        <pc:spChg chg="add mod">
          <ac:chgData name="LAVANYA SINGH" userId="be9e0eaacd5033b1" providerId="LiveId" clId="{C313BEC5-BB04-4F2C-9796-79F4CA05FC3E}" dt="2023-12-09T23:25:05.103" v="7201" actId="21"/>
          <ac:spMkLst>
            <pc:docMk/>
            <pc:sldMk cId="811485581" sldId="280"/>
            <ac:spMk id="8" creationId="{2276AA7A-7671-ACEC-EE8D-B8B202EC247C}"/>
          </ac:spMkLst>
        </pc:spChg>
        <pc:spChg chg="add del">
          <ac:chgData name="LAVANYA SINGH" userId="be9e0eaacd5033b1" providerId="LiveId" clId="{C313BEC5-BB04-4F2C-9796-79F4CA05FC3E}" dt="2023-12-09T23:24:25.793" v="7193" actId="26606"/>
          <ac:spMkLst>
            <pc:docMk/>
            <pc:sldMk cId="811485581" sldId="280"/>
            <ac:spMk id="9" creationId="{FB5993E2-C02B-4335-ABA5-D8EC465551E3}"/>
          </ac:spMkLst>
        </pc:spChg>
        <pc:spChg chg="add del">
          <ac:chgData name="LAVANYA SINGH" userId="be9e0eaacd5033b1" providerId="LiveId" clId="{C313BEC5-BB04-4F2C-9796-79F4CA05FC3E}" dt="2023-12-09T23:24:25.793" v="7193" actId="26606"/>
          <ac:spMkLst>
            <pc:docMk/>
            <pc:sldMk cId="811485581" sldId="280"/>
            <ac:spMk id="11" creationId="{C0B801A2-5622-4BE8-9AD2-C337A2CD0022}"/>
          </ac:spMkLst>
        </pc:spChg>
        <pc:spChg chg="add del">
          <ac:chgData name="LAVANYA SINGH" userId="be9e0eaacd5033b1" providerId="LiveId" clId="{C313BEC5-BB04-4F2C-9796-79F4CA05FC3E}" dt="2023-12-09T23:24:25.793" v="7193" actId="26606"/>
          <ac:spMkLst>
            <pc:docMk/>
            <pc:sldMk cId="811485581" sldId="280"/>
            <ac:spMk id="13" creationId="{B7AF614F-5BC3-4086-99F5-B87C5847A071}"/>
          </ac:spMkLst>
        </pc:spChg>
        <pc:graphicFrameChg chg="add del mod">
          <ac:chgData name="LAVANYA SINGH" userId="be9e0eaacd5033b1" providerId="LiveId" clId="{C313BEC5-BB04-4F2C-9796-79F4CA05FC3E}" dt="2023-12-09T23:24:25.793" v="7193" actId="26606"/>
          <ac:graphicFrameMkLst>
            <pc:docMk/>
            <pc:sldMk cId="811485581" sldId="280"/>
            <ac:graphicFrameMk id="5" creationId="{4B4ED3F6-0B33-F7CF-85A4-E4765CB97C9F}"/>
          </ac:graphicFrameMkLst>
        </pc:graphicFrameChg>
        <pc:graphicFrameChg chg="add del">
          <ac:chgData name="LAVANYA SINGH" userId="be9e0eaacd5033b1" providerId="LiveId" clId="{C313BEC5-BB04-4F2C-9796-79F4CA05FC3E}" dt="2023-12-09T23:24:39.845" v="7195" actId="26606"/>
          <ac:graphicFrameMkLst>
            <pc:docMk/>
            <pc:sldMk cId="811485581" sldId="280"/>
            <ac:graphicFrameMk id="6" creationId="{989194E1-BFB6-5961-A373-F841D6FBECF6}"/>
          </ac:graphicFrameMkLst>
        </pc:graphicFrameChg>
        <pc:graphicFrameChg chg="add del mod">
          <ac:chgData name="LAVANYA SINGH" userId="be9e0eaacd5033b1" providerId="LiveId" clId="{C313BEC5-BB04-4F2C-9796-79F4CA05FC3E}" dt="2023-12-09T23:25:05.103" v="7201" actId="21"/>
          <ac:graphicFrameMkLst>
            <pc:docMk/>
            <pc:sldMk cId="811485581" sldId="280"/>
            <ac:graphicFrameMk id="7" creationId="{E5558803-74BE-5C7E-D9C7-7826334F4050}"/>
          </ac:graphicFrameMkLst>
        </pc:graphicFrameChg>
      </pc:sldChg>
      <pc:sldChg chg="addSp delSp modSp new del mod setBg">
        <pc:chgData name="LAVANYA SINGH" userId="be9e0eaacd5033b1" providerId="LiveId" clId="{C313BEC5-BB04-4F2C-9796-79F4CA05FC3E}" dt="2023-12-09T23:34:40.935" v="7343" actId="2696"/>
        <pc:sldMkLst>
          <pc:docMk/>
          <pc:sldMk cId="872385750" sldId="281"/>
        </pc:sldMkLst>
        <pc:spChg chg="add del mod replId">
          <ac:chgData name="LAVANYA SINGH" userId="be9e0eaacd5033b1" providerId="LiveId" clId="{C313BEC5-BB04-4F2C-9796-79F4CA05FC3E}" dt="2023-12-09T23:33:22.644" v="7325" actId="26606"/>
          <ac:spMkLst>
            <pc:docMk/>
            <pc:sldMk cId="872385750" sldId="281"/>
            <ac:spMk id="2" creationId="{1C3331A8-CBF4-0319-2205-36FBE7497526}"/>
          </ac:spMkLst>
        </pc:spChg>
        <pc:spChg chg="add del">
          <ac:chgData name="LAVANYA SINGH" userId="be9e0eaacd5033b1" providerId="LiveId" clId="{C313BEC5-BB04-4F2C-9796-79F4CA05FC3E}" dt="2023-12-09T23:33:22.644" v="7325" actId="26606"/>
          <ac:spMkLst>
            <pc:docMk/>
            <pc:sldMk cId="872385750" sldId="281"/>
            <ac:spMk id="2" creationId="{2EC497A8-A749-D45B-9185-D5AA7871277F}"/>
          </ac:spMkLst>
        </pc:spChg>
        <pc:spChg chg="add del mod">
          <ac:chgData name="LAVANYA SINGH" userId="be9e0eaacd5033b1" providerId="LiveId" clId="{C313BEC5-BB04-4F2C-9796-79F4CA05FC3E}" dt="2023-12-09T23:33:52.316" v="7330" actId="27636"/>
          <ac:spMkLst>
            <pc:docMk/>
            <pc:sldMk cId="872385750" sldId="281"/>
            <ac:spMk id="3" creationId="{32A54392-2BAC-7B04-E542-BF5F1A01CDB3}"/>
          </ac:spMkLst>
        </pc:spChg>
        <pc:spChg chg="add del">
          <ac:chgData name="LAVANYA SINGH" userId="be9e0eaacd5033b1" providerId="LiveId" clId="{C313BEC5-BB04-4F2C-9796-79F4CA05FC3E}" dt="2023-12-09T23:33:22.644" v="7325" actId="26606"/>
          <ac:spMkLst>
            <pc:docMk/>
            <pc:sldMk cId="872385750" sldId="281"/>
            <ac:spMk id="9" creationId="{F9E80720-23E6-4B89-B77E-04A7689F1BA8}"/>
          </ac:spMkLst>
        </pc:spChg>
        <pc:spChg chg="add del">
          <ac:chgData name="LAVANYA SINGH" userId="be9e0eaacd5033b1" providerId="LiveId" clId="{C313BEC5-BB04-4F2C-9796-79F4CA05FC3E}" dt="2023-12-09T23:33:22.644" v="7325" actId="26606"/>
          <ac:spMkLst>
            <pc:docMk/>
            <pc:sldMk cId="872385750" sldId="281"/>
            <ac:spMk id="11" creationId="{CD1D3CA1-3EB6-41F3-A419-8424B56BE63A}"/>
          </ac:spMkLst>
        </pc:spChg>
        <pc:spChg chg="add del">
          <ac:chgData name="LAVANYA SINGH" userId="be9e0eaacd5033b1" providerId="LiveId" clId="{C313BEC5-BB04-4F2C-9796-79F4CA05FC3E}" dt="2023-12-09T23:33:22.644" v="7325" actId="26606"/>
          <ac:spMkLst>
            <pc:docMk/>
            <pc:sldMk cId="872385750" sldId="281"/>
            <ac:spMk id="13" creationId="{4D87F7B2-AA36-4B58-BC2C-1BBA135E8B6B}"/>
          </ac:spMkLst>
        </pc:spChg>
        <pc:graphicFrameChg chg="add del">
          <ac:chgData name="LAVANYA SINGH" userId="be9e0eaacd5033b1" providerId="LiveId" clId="{C313BEC5-BB04-4F2C-9796-79F4CA05FC3E}" dt="2023-12-09T23:33:22.644" v="7325" actId="26606"/>
          <ac:graphicFrameMkLst>
            <pc:docMk/>
            <pc:sldMk cId="872385750" sldId="281"/>
            <ac:graphicFrameMk id="5" creationId="{4903EBE0-A655-9D86-16B1-C07CF022F538}"/>
          </ac:graphicFrameMkLst>
        </pc:graphicFrameChg>
      </pc:sldChg>
      <pc:sldChg chg="addSp delSp modSp new del mod ord setBg">
        <pc:chgData name="LAVANYA SINGH" userId="be9e0eaacd5033b1" providerId="LiveId" clId="{C313BEC5-BB04-4F2C-9796-79F4CA05FC3E}" dt="2023-12-10T00:00:44.336" v="7538" actId="2696"/>
        <pc:sldMkLst>
          <pc:docMk/>
          <pc:sldMk cId="3298240373" sldId="282"/>
        </pc:sldMkLst>
        <pc:spChg chg="add del">
          <ac:chgData name="LAVANYA SINGH" userId="be9e0eaacd5033b1" providerId="LiveId" clId="{C313BEC5-BB04-4F2C-9796-79F4CA05FC3E}" dt="2023-12-09T23:25:29.366" v="7205" actId="478"/>
          <ac:spMkLst>
            <pc:docMk/>
            <pc:sldMk cId="3298240373" sldId="282"/>
            <ac:spMk id="2" creationId="{1ABA4D6F-3817-C257-9C83-895DF78C3CD6}"/>
          </ac:spMkLst>
        </pc:spChg>
        <pc:spChg chg="add del mod">
          <ac:chgData name="LAVANYA SINGH" userId="be9e0eaacd5033b1" providerId="LiveId" clId="{C313BEC5-BB04-4F2C-9796-79F4CA05FC3E}" dt="2023-12-09T23:23:31.428" v="7188" actId="26606"/>
          <ac:spMkLst>
            <pc:docMk/>
            <pc:sldMk cId="3298240373" sldId="282"/>
            <ac:spMk id="3" creationId="{78F8E5FB-B409-DE0D-C403-336623CC61B8}"/>
          </ac:spMkLst>
        </pc:spChg>
        <pc:spChg chg="del mod replId">
          <ac:chgData name="LAVANYA SINGH" userId="be9e0eaacd5033b1" providerId="LiveId" clId="{C313BEC5-BB04-4F2C-9796-79F4CA05FC3E}" dt="2023-12-09T23:18:09.093" v="6949" actId="26606"/>
          <ac:spMkLst>
            <pc:docMk/>
            <pc:sldMk cId="3298240373" sldId="282"/>
            <ac:spMk id="5" creationId="{EEEBE7CC-7E47-4136-953B-F417F8BD011B}"/>
          </ac:spMkLst>
        </pc:spChg>
        <pc:spChg chg="del mod replId">
          <ac:chgData name="LAVANYA SINGH" userId="be9e0eaacd5033b1" providerId="LiveId" clId="{C313BEC5-BB04-4F2C-9796-79F4CA05FC3E}" dt="2023-12-09T23:18:09.093" v="6949" actId="26606"/>
          <ac:spMkLst>
            <pc:docMk/>
            <pc:sldMk cId="3298240373" sldId="282"/>
            <ac:spMk id="6" creationId="{FCB27414-3E74-5A6A-C4A7-C7E2B4E8AB37}"/>
          </ac:spMkLst>
        </pc:spChg>
        <pc:spChg chg="add mod">
          <ac:chgData name="LAVANYA SINGH" userId="be9e0eaacd5033b1" providerId="LiveId" clId="{C313BEC5-BB04-4F2C-9796-79F4CA05FC3E}" dt="2023-12-09T23:55:57.786" v="7456" actId="21"/>
          <ac:spMkLst>
            <pc:docMk/>
            <pc:sldMk cId="3298240373" sldId="282"/>
            <ac:spMk id="7" creationId="{11892DBF-D74A-A0E9-4989-1EC99383D59D}"/>
          </ac:spMkLst>
        </pc:spChg>
        <pc:spChg chg="add">
          <ac:chgData name="LAVANYA SINGH" userId="be9e0eaacd5033b1" providerId="LiveId" clId="{C313BEC5-BB04-4F2C-9796-79F4CA05FC3E}" dt="2023-12-09T23:23:31.428" v="7188" actId="26606"/>
          <ac:spMkLst>
            <pc:docMk/>
            <pc:sldMk cId="3298240373" sldId="282"/>
            <ac:spMk id="8" creationId="{F0D6BA4D-C147-12BC-0B70-DCC481A4930D}"/>
          </ac:spMkLst>
        </pc:spChg>
        <pc:spChg chg="add">
          <ac:chgData name="LAVANYA SINGH" userId="be9e0eaacd5033b1" providerId="LiveId" clId="{C313BEC5-BB04-4F2C-9796-79F4CA05FC3E}" dt="2023-12-09T23:23:31.428" v="7188" actId="26606"/>
          <ac:spMkLst>
            <pc:docMk/>
            <pc:sldMk cId="3298240373" sldId="282"/>
            <ac:spMk id="10" creationId="{CF9445C4-A320-7FB2-B9AD-27282B0C50AA}"/>
          </ac:spMkLst>
        </pc:spChg>
        <pc:spChg chg="add">
          <ac:chgData name="LAVANYA SINGH" userId="be9e0eaacd5033b1" providerId="LiveId" clId="{C313BEC5-BB04-4F2C-9796-79F4CA05FC3E}" dt="2023-12-09T23:23:31.428" v="7188" actId="26606"/>
          <ac:spMkLst>
            <pc:docMk/>
            <pc:sldMk cId="3298240373" sldId="282"/>
            <ac:spMk id="12" creationId="{61678CFF-DF06-A63E-2D66-13C40D42880A}"/>
          </ac:spMkLst>
        </pc:spChg>
        <pc:spChg chg="add del mod replId">
          <ac:chgData name="LAVANYA SINGH" userId="be9e0eaacd5033b1" providerId="LiveId" clId="{C313BEC5-BB04-4F2C-9796-79F4CA05FC3E}" dt="2023-12-09T23:23:31.428" v="7188" actId="26606"/>
          <ac:spMkLst>
            <pc:docMk/>
            <pc:sldMk cId="3298240373" sldId="282"/>
            <ac:spMk id="15" creationId="{3558DB37-9FEE-48A2-8578-ED0401573943}"/>
          </ac:spMkLst>
        </pc:spChg>
        <pc:spChg chg="add del mod replId">
          <ac:chgData name="LAVANYA SINGH" userId="be9e0eaacd5033b1" providerId="LiveId" clId="{C313BEC5-BB04-4F2C-9796-79F4CA05FC3E}" dt="2023-12-09T23:23:31.428" v="7188" actId="26606"/>
          <ac:spMkLst>
            <pc:docMk/>
            <pc:sldMk cId="3298240373" sldId="282"/>
            <ac:spMk id="16" creationId="{5F7FCCA6-00E2-4F74-A105-0D769872F243}"/>
          </ac:spMkLst>
        </pc:spChg>
        <pc:spChg chg="add del mod replId">
          <ac:chgData name="LAVANYA SINGH" userId="be9e0eaacd5033b1" providerId="LiveId" clId="{C313BEC5-BB04-4F2C-9796-79F4CA05FC3E}" dt="2023-12-09T23:23:31.428" v="7188" actId="26606"/>
          <ac:spMkLst>
            <pc:docMk/>
            <pc:sldMk cId="3298240373" sldId="282"/>
            <ac:spMk id="17" creationId="{F0293D4F-86DB-8D9E-027B-EC34E8474C2D}"/>
          </ac:spMkLst>
        </pc:spChg>
        <pc:spChg chg="add del mod replId">
          <ac:chgData name="LAVANYA SINGH" userId="be9e0eaacd5033b1" providerId="LiveId" clId="{C313BEC5-BB04-4F2C-9796-79F4CA05FC3E}" dt="2023-12-09T23:23:31.428" v="7188" actId="26606"/>
          <ac:spMkLst>
            <pc:docMk/>
            <pc:sldMk cId="3298240373" sldId="282"/>
            <ac:spMk id="18" creationId="{5E1ED12F-9F06-4B37-87B7-F98F52937F86}"/>
          </ac:spMkLst>
        </pc:spChg>
        <pc:graphicFrameChg chg="add del mod">
          <ac:chgData name="LAVANYA SINGH" userId="be9e0eaacd5033b1" providerId="LiveId" clId="{C313BEC5-BB04-4F2C-9796-79F4CA05FC3E}" dt="2023-12-09T23:55:57.786" v="7456" actId="21"/>
          <ac:graphicFrameMkLst>
            <pc:docMk/>
            <pc:sldMk cId="3298240373" sldId="282"/>
            <ac:graphicFrameMk id="14" creationId="{9CF0D22C-5A59-3E24-FE9D-1ADDB205D3B5}"/>
          </ac:graphicFrameMkLst>
        </pc:graphicFrameChg>
      </pc:sldChg>
      <pc:sldChg chg="addSp delSp modSp new mod ord setBg">
        <pc:chgData name="LAVANYA SINGH" userId="be9e0eaacd5033b1" providerId="LiveId" clId="{C313BEC5-BB04-4F2C-9796-79F4CA05FC3E}" dt="2023-12-12T20:56:07.266" v="8720" actId="20577"/>
        <pc:sldMkLst>
          <pc:docMk/>
          <pc:sldMk cId="3027866589" sldId="283"/>
        </pc:sldMkLst>
        <pc:spChg chg="add">
          <ac:chgData name="LAVANYA SINGH" userId="be9e0eaacd5033b1" providerId="LiveId" clId="{C313BEC5-BB04-4F2C-9796-79F4CA05FC3E}" dt="2023-12-09T23:36:00.967" v="7361" actId="26606"/>
          <ac:spMkLst>
            <pc:docMk/>
            <pc:sldMk cId="3027866589" sldId="283"/>
            <ac:spMk id="2" creationId="{6A2521EE-6149-2657-D451-7A72BC0DB58E}"/>
          </ac:spMkLst>
        </pc:spChg>
        <pc:spChg chg="add mod">
          <ac:chgData name="LAVANYA SINGH" userId="be9e0eaacd5033b1" providerId="LiveId" clId="{C313BEC5-BB04-4F2C-9796-79F4CA05FC3E}" dt="2023-12-12T20:56:07.266" v="8720" actId="20577"/>
          <ac:spMkLst>
            <pc:docMk/>
            <pc:sldMk cId="3027866589" sldId="283"/>
            <ac:spMk id="3" creationId="{C34832F7-DCEF-9F4E-8685-1274B6E2DA2E}"/>
          </ac:spMkLst>
        </pc:spChg>
        <pc:spChg chg="del mod replId">
          <ac:chgData name="LAVANYA SINGH" userId="be9e0eaacd5033b1" providerId="LiveId" clId="{C313BEC5-BB04-4F2C-9796-79F4CA05FC3E}" dt="2023-12-09T23:19:01.904" v="6955" actId="26606"/>
          <ac:spMkLst>
            <pc:docMk/>
            <pc:sldMk cId="3027866589" sldId="283"/>
            <ac:spMk id="5" creationId="{EEC2A0C9-7FE9-DAAB-62DB-91D3E35F0741}"/>
          </ac:spMkLst>
        </pc:spChg>
        <pc:spChg chg="del mod replId">
          <ac:chgData name="LAVANYA SINGH" userId="be9e0eaacd5033b1" providerId="LiveId" clId="{C313BEC5-BB04-4F2C-9796-79F4CA05FC3E}" dt="2023-12-09T23:19:01.904" v="6955" actId="26606"/>
          <ac:spMkLst>
            <pc:docMk/>
            <pc:sldMk cId="3027866589" sldId="283"/>
            <ac:spMk id="6" creationId="{75F60CCF-9701-4766-9F1E-ED850C0DA492}"/>
          </ac:spMkLst>
        </pc:spChg>
        <pc:spChg chg="add del">
          <ac:chgData name="LAVANYA SINGH" userId="be9e0eaacd5033b1" providerId="LiveId" clId="{C313BEC5-BB04-4F2C-9796-79F4CA05FC3E}" dt="2023-12-09T23:23:47.113" v="7190" actId="26606"/>
          <ac:spMkLst>
            <pc:docMk/>
            <pc:sldMk cId="3027866589" sldId="283"/>
            <ac:spMk id="8" creationId="{3558DB37-9FEE-48A2-8578-ED0401573943}"/>
          </ac:spMkLst>
        </pc:spChg>
        <pc:spChg chg="add del">
          <ac:chgData name="LAVANYA SINGH" userId="be9e0eaacd5033b1" providerId="LiveId" clId="{C313BEC5-BB04-4F2C-9796-79F4CA05FC3E}" dt="2023-12-09T23:23:47.113" v="7190" actId="26606"/>
          <ac:spMkLst>
            <pc:docMk/>
            <pc:sldMk cId="3027866589" sldId="283"/>
            <ac:spMk id="10" creationId="{5F7FCCA6-00E2-4F74-A105-0D769872F243}"/>
          </ac:spMkLst>
        </pc:spChg>
        <pc:spChg chg="add del">
          <ac:chgData name="LAVANYA SINGH" userId="be9e0eaacd5033b1" providerId="LiveId" clId="{C313BEC5-BB04-4F2C-9796-79F4CA05FC3E}" dt="2023-12-09T23:23:47.113" v="7190" actId="26606"/>
          <ac:spMkLst>
            <pc:docMk/>
            <pc:sldMk cId="3027866589" sldId="283"/>
            <ac:spMk id="12" creationId="{5E1ED12F-9F06-4B37-87B7-F98F52937F86}"/>
          </ac:spMkLst>
        </pc:spChg>
        <pc:spChg chg="add del mod replId">
          <ac:chgData name="LAVANYA SINGH" userId="be9e0eaacd5033b1" providerId="LiveId" clId="{C313BEC5-BB04-4F2C-9796-79F4CA05FC3E}" dt="2023-12-09T23:23:47.113" v="7190" actId="26606"/>
          <ac:spMkLst>
            <pc:docMk/>
            <pc:sldMk cId="3027866589" sldId="283"/>
            <ac:spMk id="14" creationId="{DF9C3927-5938-C6EB-9D99-E3BAC56C3736}"/>
          </ac:spMkLst>
        </pc:spChg>
        <pc:spChg chg="add del mod replId">
          <ac:chgData name="LAVANYA SINGH" userId="be9e0eaacd5033b1" providerId="LiveId" clId="{C313BEC5-BB04-4F2C-9796-79F4CA05FC3E}" dt="2023-12-09T23:23:47.113" v="7190" actId="26606"/>
          <ac:spMkLst>
            <pc:docMk/>
            <pc:sldMk cId="3027866589" sldId="283"/>
            <ac:spMk id="15" creationId="{0C0701C4-4540-785C-679B-FB0933C546C6}"/>
          </ac:spMkLst>
        </pc:spChg>
        <pc:spChg chg="add del">
          <ac:chgData name="LAVANYA SINGH" userId="be9e0eaacd5033b1" providerId="LiveId" clId="{C313BEC5-BB04-4F2C-9796-79F4CA05FC3E}" dt="2023-12-09T23:36:00.967" v="7361" actId="26606"/>
          <ac:spMkLst>
            <pc:docMk/>
            <pc:sldMk cId="3027866589" sldId="283"/>
            <ac:spMk id="17" creationId="{3741B58E-3B65-4A01-A276-975AB2CF8A08}"/>
          </ac:spMkLst>
        </pc:spChg>
        <pc:spChg chg="add del">
          <ac:chgData name="LAVANYA SINGH" userId="be9e0eaacd5033b1" providerId="LiveId" clId="{C313BEC5-BB04-4F2C-9796-79F4CA05FC3E}" dt="2023-12-09T23:36:00.967" v="7361" actId="26606"/>
          <ac:spMkLst>
            <pc:docMk/>
            <pc:sldMk cId="3027866589" sldId="283"/>
            <ac:spMk id="19" creationId="{7AAC67C3-831B-4AB1-A259-DFB839CAFAFC}"/>
          </ac:spMkLst>
        </pc:spChg>
        <pc:spChg chg="add del">
          <ac:chgData name="LAVANYA SINGH" userId="be9e0eaacd5033b1" providerId="LiveId" clId="{C313BEC5-BB04-4F2C-9796-79F4CA05FC3E}" dt="2023-12-09T23:36:00.967" v="7361" actId="26606"/>
          <ac:spMkLst>
            <pc:docMk/>
            <pc:sldMk cId="3027866589" sldId="283"/>
            <ac:spMk id="21" creationId="{054B3F04-9EAC-45C0-B3CE-0387EEA10A0C}"/>
          </ac:spMkLst>
        </pc:spChg>
        <pc:spChg chg="add del mod replId">
          <ac:chgData name="LAVANYA SINGH" userId="be9e0eaacd5033b1" providerId="LiveId" clId="{C313BEC5-BB04-4F2C-9796-79F4CA05FC3E}" dt="2023-12-09T23:36:00.967" v="7361" actId="26606"/>
          <ac:spMkLst>
            <pc:docMk/>
            <pc:sldMk cId="3027866589" sldId="283"/>
            <ac:spMk id="23" creationId="{1BC065FD-7BA3-1298-13D3-54C214C040E1}"/>
          </ac:spMkLst>
        </pc:spChg>
        <pc:spChg chg="add del mod replId">
          <ac:chgData name="LAVANYA SINGH" userId="be9e0eaacd5033b1" providerId="LiveId" clId="{C313BEC5-BB04-4F2C-9796-79F4CA05FC3E}" dt="2023-12-09T23:36:00.967" v="7361" actId="26606"/>
          <ac:spMkLst>
            <pc:docMk/>
            <pc:sldMk cId="3027866589" sldId="283"/>
            <ac:spMk id="24" creationId="{5CABA4BF-A970-C528-A118-FADEB142FEF3}"/>
          </ac:spMkLst>
        </pc:spChg>
        <pc:spChg chg="add">
          <ac:chgData name="LAVANYA SINGH" userId="be9e0eaacd5033b1" providerId="LiveId" clId="{C313BEC5-BB04-4F2C-9796-79F4CA05FC3E}" dt="2023-12-09T23:36:00.967" v="7361" actId="26606"/>
          <ac:spMkLst>
            <pc:docMk/>
            <pc:sldMk cId="3027866589" sldId="283"/>
            <ac:spMk id="26" creationId="{3741B58E-3B65-4A01-A276-975AB2CF8A08}"/>
          </ac:spMkLst>
        </pc:spChg>
        <pc:spChg chg="add">
          <ac:chgData name="LAVANYA SINGH" userId="be9e0eaacd5033b1" providerId="LiveId" clId="{C313BEC5-BB04-4F2C-9796-79F4CA05FC3E}" dt="2023-12-09T23:36:00.967" v="7361" actId="26606"/>
          <ac:spMkLst>
            <pc:docMk/>
            <pc:sldMk cId="3027866589" sldId="283"/>
            <ac:spMk id="28" creationId="{7AAC67C3-831B-4AB1-A259-DFB839CAFAFC}"/>
          </ac:spMkLst>
        </pc:spChg>
        <pc:spChg chg="add">
          <ac:chgData name="LAVANYA SINGH" userId="be9e0eaacd5033b1" providerId="LiveId" clId="{C313BEC5-BB04-4F2C-9796-79F4CA05FC3E}" dt="2023-12-09T23:36:00.967" v="7361" actId="26606"/>
          <ac:spMkLst>
            <pc:docMk/>
            <pc:sldMk cId="3027866589" sldId="283"/>
            <ac:spMk id="30" creationId="{054B3F04-9EAC-45C0-B3CE-0387EEA10A0C}"/>
          </ac:spMkLst>
        </pc:spChg>
      </pc:sldChg>
      <pc:sldChg chg="addSp delSp modSp new mod setBg">
        <pc:chgData name="LAVANYA SINGH" userId="be9e0eaacd5033b1" providerId="LiveId" clId="{C313BEC5-BB04-4F2C-9796-79F4CA05FC3E}" dt="2023-12-13T18:27:35.654" v="9012" actId="20577"/>
        <pc:sldMkLst>
          <pc:docMk/>
          <pc:sldMk cId="421796039" sldId="284"/>
        </pc:sldMkLst>
        <pc:spChg chg="mod">
          <ac:chgData name="LAVANYA SINGH" userId="be9e0eaacd5033b1" providerId="LiveId" clId="{C313BEC5-BB04-4F2C-9796-79F4CA05FC3E}" dt="2023-12-13T18:27:35.654" v="9012" actId="20577"/>
          <ac:spMkLst>
            <pc:docMk/>
            <pc:sldMk cId="421796039" sldId="284"/>
            <ac:spMk id="2" creationId="{C96201C8-CA28-7554-D204-8CFD60754B33}"/>
          </ac:spMkLst>
        </pc:spChg>
        <pc:spChg chg="del mod">
          <ac:chgData name="LAVANYA SINGH" userId="be9e0eaacd5033b1" providerId="LiveId" clId="{C313BEC5-BB04-4F2C-9796-79F4CA05FC3E}" dt="2023-12-13T17:52:28.402" v="8724" actId="478"/>
          <ac:spMkLst>
            <pc:docMk/>
            <pc:sldMk cId="421796039" sldId="284"/>
            <ac:spMk id="3" creationId="{0A145250-7FEC-1E4B-D1C8-C8F5AD50C5B0}"/>
          </ac:spMkLst>
        </pc:spChg>
        <pc:spChg chg="add">
          <ac:chgData name="LAVANYA SINGH" userId="be9e0eaacd5033b1" providerId="LiveId" clId="{C313BEC5-BB04-4F2C-9796-79F4CA05FC3E}" dt="2023-12-13T17:51:38.898" v="8722" actId="26606"/>
          <ac:spMkLst>
            <pc:docMk/>
            <pc:sldMk cId="421796039" sldId="284"/>
            <ac:spMk id="8" creationId="{3558DB37-9FEE-48A2-8578-ED0401573943}"/>
          </ac:spMkLst>
        </pc:spChg>
        <pc:spChg chg="add">
          <ac:chgData name="LAVANYA SINGH" userId="be9e0eaacd5033b1" providerId="LiveId" clId="{C313BEC5-BB04-4F2C-9796-79F4CA05FC3E}" dt="2023-12-13T17:51:38.898" v="8722" actId="26606"/>
          <ac:spMkLst>
            <pc:docMk/>
            <pc:sldMk cId="421796039" sldId="284"/>
            <ac:spMk id="10" creationId="{5F7FCCA6-00E2-4F74-A105-0D769872F243}"/>
          </ac:spMkLst>
        </pc:spChg>
        <pc:spChg chg="add">
          <ac:chgData name="LAVANYA SINGH" userId="be9e0eaacd5033b1" providerId="LiveId" clId="{C313BEC5-BB04-4F2C-9796-79F4CA05FC3E}" dt="2023-12-13T17:51:38.898" v="8722" actId="26606"/>
          <ac:spMkLst>
            <pc:docMk/>
            <pc:sldMk cId="421796039" sldId="284"/>
            <ac:spMk id="12" creationId="{5E1ED12F-9F06-4B37-87B7-F98F52937F86}"/>
          </ac:spMkLst>
        </pc:spChg>
        <pc:picChg chg="add mod">
          <ac:chgData name="LAVANYA SINGH" userId="be9e0eaacd5033b1" providerId="LiveId" clId="{C313BEC5-BB04-4F2C-9796-79F4CA05FC3E}" dt="2023-12-13T17:52:31.454" v="8725" actId="1076"/>
          <ac:picMkLst>
            <pc:docMk/>
            <pc:sldMk cId="421796039" sldId="284"/>
            <ac:picMk id="5" creationId="{686B65C4-FEB7-5D40-7E60-598631B031B1}"/>
          </ac:picMkLst>
        </pc:picChg>
      </pc:sldChg>
      <pc:sldChg chg="addSp delSp modSp new del mod ord setBg">
        <pc:chgData name="LAVANYA SINGH" userId="be9e0eaacd5033b1" providerId="LiveId" clId="{C313BEC5-BB04-4F2C-9796-79F4CA05FC3E}" dt="2023-12-10T00:09:11.864" v="7619" actId="2696"/>
        <pc:sldMkLst>
          <pc:docMk/>
          <pc:sldMk cId="3344366587" sldId="284"/>
        </pc:sldMkLst>
        <pc:spChg chg="add del">
          <ac:chgData name="LAVANYA SINGH" userId="be9e0eaacd5033b1" providerId="LiveId" clId="{C313BEC5-BB04-4F2C-9796-79F4CA05FC3E}" dt="2023-12-09T23:32:54.565" v="7322" actId="478"/>
          <ac:spMkLst>
            <pc:docMk/>
            <pc:sldMk cId="3344366587" sldId="284"/>
            <ac:spMk id="2" creationId="{2AE8FD5F-61B0-D296-4A14-36211D72D68A}"/>
          </ac:spMkLst>
        </pc:spChg>
        <pc:spChg chg="add del">
          <ac:chgData name="LAVANYA SINGH" userId="be9e0eaacd5033b1" providerId="LiveId" clId="{C313BEC5-BB04-4F2C-9796-79F4CA05FC3E}" dt="2023-12-09T23:25:09.666" v="7202"/>
          <ac:spMkLst>
            <pc:docMk/>
            <pc:sldMk cId="3344366587" sldId="284"/>
            <ac:spMk id="3" creationId="{C132E159-40BF-5B49-20EA-9D5527A1AAC9}"/>
          </ac:spMkLst>
        </pc:spChg>
        <pc:spChg chg="del mod replId">
          <ac:chgData name="LAVANYA SINGH" userId="be9e0eaacd5033b1" providerId="LiveId" clId="{C313BEC5-BB04-4F2C-9796-79F4CA05FC3E}" dt="2023-12-09T23:25:00.922" v="7200" actId="26606"/>
          <ac:spMkLst>
            <pc:docMk/>
            <pc:sldMk cId="3344366587" sldId="284"/>
            <ac:spMk id="5" creationId="{0A6DE0DC-AFA3-4947-D127-BE71001A3881}"/>
          </ac:spMkLst>
        </pc:spChg>
        <pc:spChg chg="del mod replId">
          <ac:chgData name="LAVANYA SINGH" userId="be9e0eaacd5033b1" providerId="LiveId" clId="{C313BEC5-BB04-4F2C-9796-79F4CA05FC3E}" dt="2023-12-09T23:25:00.922" v="7200" actId="26606"/>
          <ac:spMkLst>
            <pc:docMk/>
            <pc:sldMk cId="3344366587" sldId="284"/>
            <ac:spMk id="6" creationId="{4E862E3A-C8B8-1D9D-0CB5-4249A96A5638}"/>
          </ac:spMkLst>
        </pc:spChg>
        <pc:spChg chg="add del">
          <ac:chgData name="LAVANYA SINGH" userId="be9e0eaacd5033b1" providerId="LiveId" clId="{C313BEC5-BB04-4F2C-9796-79F4CA05FC3E}" dt="2023-12-09T23:43:40.764" v="7382" actId="26606"/>
          <ac:spMkLst>
            <pc:docMk/>
            <pc:sldMk cId="3344366587" sldId="284"/>
            <ac:spMk id="8" creationId="{3558DB37-9FEE-48A2-8578-ED0401573943}"/>
          </ac:spMkLst>
        </pc:spChg>
        <pc:spChg chg="add del">
          <ac:chgData name="LAVANYA SINGH" userId="be9e0eaacd5033b1" providerId="LiveId" clId="{C313BEC5-BB04-4F2C-9796-79F4CA05FC3E}" dt="2023-12-09T23:43:40.764" v="7382" actId="26606"/>
          <ac:spMkLst>
            <pc:docMk/>
            <pc:sldMk cId="3344366587" sldId="284"/>
            <ac:spMk id="10" creationId="{5F7FCCA6-00E2-4F74-A105-0D769872F243}"/>
          </ac:spMkLst>
        </pc:spChg>
        <pc:spChg chg="add del">
          <ac:chgData name="LAVANYA SINGH" userId="be9e0eaacd5033b1" providerId="LiveId" clId="{C313BEC5-BB04-4F2C-9796-79F4CA05FC3E}" dt="2023-12-09T23:43:40.764" v="7382" actId="26606"/>
          <ac:spMkLst>
            <pc:docMk/>
            <pc:sldMk cId="3344366587" sldId="284"/>
            <ac:spMk id="12" creationId="{5E1ED12F-9F06-4B37-87B7-F98F52937F86}"/>
          </ac:spMkLst>
        </pc:spChg>
        <pc:spChg chg="add del">
          <ac:chgData name="LAVANYA SINGH" userId="be9e0eaacd5033b1" providerId="LiveId" clId="{C313BEC5-BB04-4F2C-9796-79F4CA05FC3E}" dt="2023-12-09T23:43:40.733" v="7380" actId="26606"/>
          <ac:spMkLst>
            <pc:docMk/>
            <pc:sldMk cId="3344366587" sldId="284"/>
            <ac:spMk id="17" creationId="{F9E80720-23E6-4B89-B77E-04A7689F1BA8}"/>
          </ac:spMkLst>
        </pc:spChg>
        <pc:spChg chg="add del">
          <ac:chgData name="LAVANYA SINGH" userId="be9e0eaacd5033b1" providerId="LiveId" clId="{C313BEC5-BB04-4F2C-9796-79F4CA05FC3E}" dt="2023-12-09T23:43:40.733" v="7380" actId="26606"/>
          <ac:spMkLst>
            <pc:docMk/>
            <pc:sldMk cId="3344366587" sldId="284"/>
            <ac:spMk id="19" creationId="{CD1D3CA1-3EB6-41F3-A419-8424B56BE63A}"/>
          </ac:spMkLst>
        </pc:spChg>
        <pc:spChg chg="add del">
          <ac:chgData name="LAVANYA SINGH" userId="be9e0eaacd5033b1" providerId="LiveId" clId="{C313BEC5-BB04-4F2C-9796-79F4CA05FC3E}" dt="2023-12-09T23:43:40.733" v="7380" actId="26606"/>
          <ac:spMkLst>
            <pc:docMk/>
            <pc:sldMk cId="3344366587" sldId="284"/>
            <ac:spMk id="21" creationId="{4D87F7B2-AA36-4B58-BC2C-1BBA135E8B6B}"/>
          </ac:spMkLst>
        </pc:spChg>
        <pc:spChg chg="add del">
          <ac:chgData name="LAVANYA SINGH" userId="be9e0eaacd5033b1" providerId="LiveId" clId="{C313BEC5-BB04-4F2C-9796-79F4CA05FC3E}" dt="2023-12-09T23:44:13.096" v="7387" actId="26606"/>
          <ac:spMkLst>
            <pc:docMk/>
            <pc:sldMk cId="3344366587" sldId="284"/>
            <ac:spMk id="23" creationId="{63E00694-E403-4987-8634-15F6D8E4C38C}"/>
          </ac:spMkLst>
        </pc:spChg>
        <pc:spChg chg="add del">
          <ac:chgData name="LAVANYA SINGH" userId="be9e0eaacd5033b1" providerId="LiveId" clId="{C313BEC5-BB04-4F2C-9796-79F4CA05FC3E}" dt="2023-12-09T23:44:13.064" v="7385" actId="26606"/>
          <ac:spMkLst>
            <pc:docMk/>
            <pc:sldMk cId="3344366587" sldId="284"/>
            <ac:spMk id="28" creationId="{63E00694-E403-4987-8634-15F6D8E4C38C}"/>
          </ac:spMkLst>
        </pc:spChg>
        <pc:spChg chg="add">
          <ac:chgData name="LAVANYA SINGH" userId="be9e0eaacd5033b1" providerId="LiveId" clId="{C313BEC5-BB04-4F2C-9796-79F4CA05FC3E}" dt="2023-12-09T23:44:13.096" v="7387" actId="26606"/>
          <ac:spMkLst>
            <pc:docMk/>
            <pc:sldMk cId="3344366587" sldId="284"/>
            <ac:spMk id="30" creationId="{C0B801A2-5622-4BE8-9AD2-C337A2CD0022}"/>
          </ac:spMkLst>
        </pc:spChg>
        <pc:spChg chg="add">
          <ac:chgData name="LAVANYA SINGH" userId="be9e0eaacd5033b1" providerId="LiveId" clId="{C313BEC5-BB04-4F2C-9796-79F4CA05FC3E}" dt="2023-12-09T23:44:13.096" v="7387" actId="26606"/>
          <ac:spMkLst>
            <pc:docMk/>
            <pc:sldMk cId="3344366587" sldId="284"/>
            <ac:spMk id="31" creationId="{FB5993E2-C02B-4335-ABA5-D8EC465551E3}"/>
          </ac:spMkLst>
        </pc:spChg>
        <pc:spChg chg="add">
          <ac:chgData name="LAVANYA SINGH" userId="be9e0eaacd5033b1" providerId="LiveId" clId="{C313BEC5-BB04-4F2C-9796-79F4CA05FC3E}" dt="2023-12-09T23:44:13.096" v="7387" actId="26606"/>
          <ac:spMkLst>
            <pc:docMk/>
            <pc:sldMk cId="3344366587" sldId="284"/>
            <ac:spMk id="32" creationId="{B7AF614F-5BC3-4086-99F5-B87C5847A071}"/>
          </ac:spMkLst>
        </pc:spChg>
        <pc:graphicFrameChg chg="add del">
          <ac:chgData name="LAVANYA SINGH" userId="be9e0eaacd5033b1" providerId="LiveId" clId="{C313BEC5-BB04-4F2C-9796-79F4CA05FC3E}" dt="2023-12-09T23:44:13.064" v="7385" actId="26606"/>
          <ac:graphicFrameMkLst>
            <pc:docMk/>
            <pc:sldMk cId="3344366587" sldId="284"/>
            <ac:graphicFrameMk id="4" creationId="{9CC603E3-70FA-ECBA-15CD-11E7D37CF394}"/>
          </ac:graphicFrameMkLst>
        </pc:graphicFrameChg>
        <pc:graphicFrameChg chg="add del">
          <ac:chgData name="LAVANYA SINGH" userId="be9e0eaacd5033b1" providerId="LiveId" clId="{C313BEC5-BB04-4F2C-9796-79F4CA05FC3E}" dt="2023-12-09T23:43:40.733" v="7380" actId="26606"/>
          <ac:graphicFrameMkLst>
            <pc:docMk/>
            <pc:sldMk cId="3344366587" sldId="284"/>
            <ac:graphicFrameMk id="4" creationId="{BAB677E4-6A68-8032-401D-518018EB455C}"/>
          </ac:graphicFrameMkLst>
        </pc:graphicFrameChg>
        <pc:graphicFrameChg chg="add mod">
          <ac:chgData name="LAVANYA SINGH" userId="be9e0eaacd5033b1" providerId="LiveId" clId="{C313BEC5-BB04-4F2C-9796-79F4CA05FC3E}" dt="2023-12-09T23:47:00.603" v="7411" actId="478"/>
          <ac:graphicFrameMkLst>
            <pc:docMk/>
            <pc:sldMk cId="3344366587" sldId="284"/>
            <ac:graphicFrameMk id="4" creationId="{E92EEA64-1AFA-3CD1-3CD6-DA270B903C28}"/>
          </ac:graphicFrameMkLst>
        </pc:graphicFrameChg>
        <pc:graphicFrameChg chg="add del mod replId">
          <ac:chgData name="LAVANYA SINGH" userId="be9e0eaacd5033b1" providerId="LiveId" clId="{C313BEC5-BB04-4F2C-9796-79F4CA05FC3E}" dt="2023-12-09T23:43:40.764" v="7382" actId="26606"/>
          <ac:graphicFrameMkLst>
            <pc:docMk/>
            <pc:sldMk cId="3344366587" sldId="284"/>
            <ac:graphicFrameMk id="24" creationId="{48EB70BE-1612-CE89-2B3D-DA0749CF73FC}"/>
          </ac:graphicFrameMkLst>
        </pc:graphicFrameChg>
        <pc:graphicFrameChg chg="add del mod replId">
          <ac:chgData name="LAVANYA SINGH" userId="be9e0eaacd5033b1" providerId="LiveId" clId="{C313BEC5-BB04-4F2C-9796-79F4CA05FC3E}" dt="2023-12-09T23:44:13.096" v="7387" actId="26606"/>
          <ac:graphicFrameMkLst>
            <pc:docMk/>
            <pc:sldMk cId="3344366587" sldId="284"/>
            <ac:graphicFrameMk id="33" creationId="{3830A186-1B09-C1CB-6E47-73902376DAC9}"/>
          </ac:graphicFrameMkLst>
        </pc:graphicFrameChg>
      </pc:sldChg>
      <pc:sldChg chg="addSp delSp modSp new del mod setBg">
        <pc:chgData name="LAVANYA SINGH" userId="be9e0eaacd5033b1" providerId="LiveId" clId="{C313BEC5-BB04-4F2C-9796-79F4CA05FC3E}" dt="2023-12-10T00:08:01.511" v="7618" actId="2696"/>
        <pc:sldMkLst>
          <pc:docMk/>
          <pc:sldMk cId="597591412" sldId="285"/>
        </pc:sldMkLst>
        <pc:spChg chg="add mod">
          <ac:chgData name="LAVANYA SINGH" userId="be9e0eaacd5033b1" providerId="LiveId" clId="{C313BEC5-BB04-4F2C-9796-79F4CA05FC3E}" dt="2023-12-09T23:34:59.316" v="7357" actId="113"/>
          <ac:spMkLst>
            <pc:docMk/>
            <pc:sldMk cId="597591412" sldId="285"/>
            <ac:spMk id="2" creationId="{A8972994-596D-41D3-850E-A137029EB98A}"/>
          </ac:spMkLst>
        </pc:spChg>
        <pc:spChg chg="add mod">
          <ac:chgData name="LAVANYA SINGH" userId="be9e0eaacd5033b1" providerId="LiveId" clId="{C313BEC5-BB04-4F2C-9796-79F4CA05FC3E}" dt="2023-12-09T23:45:58.071" v="7409" actId="20577"/>
          <ac:spMkLst>
            <pc:docMk/>
            <pc:sldMk cId="597591412" sldId="285"/>
            <ac:spMk id="3" creationId="{6129F6F1-6026-3AD6-253C-F6D6115DC676}"/>
          </ac:spMkLst>
        </pc:spChg>
        <pc:spChg chg="del mod replId">
          <ac:chgData name="LAVANYA SINGH" userId="be9e0eaacd5033b1" providerId="LiveId" clId="{C313BEC5-BB04-4F2C-9796-79F4CA05FC3E}" dt="2023-12-09T23:33:35.882" v="7328" actId="26606"/>
          <ac:spMkLst>
            <pc:docMk/>
            <pc:sldMk cId="597591412" sldId="285"/>
            <ac:spMk id="5" creationId="{BE5C4006-1D99-A101-E4B0-B5F70B85058B}"/>
          </ac:spMkLst>
        </pc:spChg>
        <pc:spChg chg="del mod replId">
          <ac:chgData name="LAVANYA SINGH" userId="be9e0eaacd5033b1" providerId="LiveId" clId="{C313BEC5-BB04-4F2C-9796-79F4CA05FC3E}" dt="2023-12-09T23:33:35.882" v="7328" actId="26606"/>
          <ac:spMkLst>
            <pc:docMk/>
            <pc:sldMk cId="597591412" sldId="285"/>
            <ac:spMk id="6" creationId="{2596477F-12F1-ECBF-C760-B70AFF66F5C7}"/>
          </ac:spMkLst>
        </pc:spChg>
        <pc:spChg chg="add">
          <ac:chgData name="LAVANYA SINGH" userId="be9e0eaacd5033b1" providerId="LiveId" clId="{C313BEC5-BB04-4F2C-9796-79F4CA05FC3E}" dt="2023-12-09T23:33:35.882" v="7328" actId="26606"/>
          <ac:spMkLst>
            <pc:docMk/>
            <pc:sldMk cId="597591412" sldId="285"/>
            <ac:spMk id="8" creationId="{C843AFC8-D8D0-4784-B08C-6324FA88E6DD}"/>
          </ac:spMkLst>
        </pc:spChg>
        <pc:spChg chg="add">
          <ac:chgData name="LAVANYA SINGH" userId="be9e0eaacd5033b1" providerId="LiveId" clId="{C313BEC5-BB04-4F2C-9796-79F4CA05FC3E}" dt="2023-12-09T23:33:35.882" v="7328" actId="26606"/>
          <ac:spMkLst>
            <pc:docMk/>
            <pc:sldMk cId="597591412" sldId="285"/>
            <ac:spMk id="10" creationId="{854B1A56-8AFB-4D4F-8D98-1E832D6FFE67}"/>
          </ac:spMkLst>
        </pc:spChg>
        <pc:spChg chg="add">
          <ac:chgData name="LAVANYA SINGH" userId="be9e0eaacd5033b1" providerId="LiveId" clId="{C313BEC5-BB04-4F2C-9796-79F4CA05FC3E}" dt="2023-12-09T23:33:35.882" v="7328" actId="26606"/>
          <ac:spMkLst>
            <pc:docMk/>
            <pc:sldMk cId="597591412" sldId="285"/>
            <ac:spMk id="12" creationId="{F8E828FC-05B4-4BA4-92D3-3DF79D42D88E}"/>
          </ac:spMkLst>
        </pc:spChg>
      </pc:sldChg>
      <pc:sldChg chg="addSp delSp modSp new mod setBg">
        <pc:chgData name="LAVANYA SINGH" userId="be9e0eaacd5033b1" providerId="LiveId" clId="{C313BEC5-BB04-4F2C-9796-79F4CA05FC3E}" dt="2023-12-13T18:28:35.735" v="9027" actId="1076"/>
        <pc:sldMkLst>
          <pc:docMk/>
          <pc:sldMk cId="3966108033" sldId="285"/>
        </pc:sldMkLst>
        <pc:spChg chg="del mod">
          <ac:chgData name="LAVANYA SINGH" userId="be9e0eaacd5033b1" providerId="LiveId" clId="{C313BEC5-BB04-4F2C-9796-79F4CA05FC3E}" dt="2023-12-13T17:53:11.043" v="8729" actId="478"/>
          <ac:spMkLst>
            <pc:docMk/>
            <pc:sldMk cId="3966108033" sldId="285"/>
            <ac:spMk id="2" creationId="{6EB4A075-472A-2E2A-BA44-2B27F0163B75}"/>
          </ac:spMkLst>
        </pc:spChg>
        <pc:spChg chg="del">
          <ac:chgData name="LAVANYA SINGH" userId="be9e0eaacd5033b1" providerId="LiveId" clId="{C313BEC5-BB04-4F2C-9796-79F4CA05FC3E}" dt="2023-12-13T17:52:40.961" v="8727" actId="26606"/>
          <ac:spMkLst>
            <pc:docMk/>
            <pc:sldMk cId="3966108033" sldId="285"/>
            <ac:spMk id="3" creationId="{D290254A-C4C1-BC7E-06D5-B8E0CD1739A1}"/>
          </ac:spMkLst>
        </pc:spChg>
        <pc:spChg chg="add mod">
          <ac:chgData name="LAVANYA SINGH" userId="be9e0eaacd5033b1" providerId="LiveId" clId="{C313BEC5-BB04-4F2C-9796-79F4CA05FC3E}" dt="2023-12-13T18:28:35.735" v="9027" actId="1076"/>
          <ac:spMkLst>
            <pc:docMk/>
            <pc:sldMk cId="3966108033" sldId="285"/>
            <ac:spMk id="6" creationId="{8024CED9-BCFA-87EE-9EA7-E58479D92C7D}"/>
          </ac:spMkLst>
        </pc:spChg>
        <pc:spChg chg="add">
          <ac:chgData name="LAVANYA SINGH" userId="be9e0eaacd5033b1" providerId="LiveId" clId="{C313BEC5-BB04-4F2C-9796-79F4CA05FC3E}" dt="2023-12-13T17:52:40.961" v="8727" actId="26606"/>
          <ac:spMkLst>
            <pc:docMk/>
            <pc:sldMk cId="3966108033" sldId="285"/>
            <ac:spMk id="8" creationId="{52C0B2E1-0268-42EC-ABD3-94F81A05BCBD}"/>
          </ac:spMkLst>
        </pc:spChg>
        <pc:spChg chg="add">
          <ac:chgData name="LAVANYA SINGH" userId="be9e0eaacd5033b1" providerId="LiveId" clId="{C313BEC5-BB04-4F2C-9796-79F4CA05FC3E}" dt="2023-12-13T17:52:40.961" v="8727" actId="26606"/>
          <ac:spMkLst>
            <pc:docMk/>
            <pc:sldMk cId="3966108033" sldId="285"/>
            <ac:spMk id="10" creationId="{7D2256B4-48EA-40FC-BBC0-AA1EE6E0080C}"/>
          </ac:spMkLst>
        </pc:spChg>
        <pc:spChg chg="add">
          <ac:chgData name="LAVANYA SINGH" userId="be9e0eaacd5033b1" providerId="LiveId" clId="{C313BEC5-BB04-4F2C-9796-79F4CA05FC3E}" dt="2023-12-13T17:52:40.961" v="8727" actId="26606"/>
          <ac:spMkLst>
            <pc:docMk/>
            <pc:sldMk cId="3966108033" sldId="285"/>
            <ac:spMk id="14" creationId="{FBDCECDC-EEE3-4128-AA5E-82A8C08796E8}"/>
          </ac:spMkLst>
        </pc:spChg>
        <pc:spChg chg="add">
          <ac:chgData name="LAVANYA SINGH" userId="be9e0eaacd5033b1" providerId="LiveId" clId="{C313BEC5-BB04-4F2C-9796-79F4CA05FC3E}" dt="2023-12-13T17:52:40.961" v="8727" actId="26606"/>
          <ac:spMkLst>
            <pc:docMk/>
            <pc:sldMk cId="3966108033" sldId="285"/>
            <ac:spMk id="16" creationId="{4260EDE0-989C-4E16-AF94-F652294D828E}"/>
          </ac:spMkLst>
        </pc:spChg>
        <pc:spChg chg="add">
          <ac:chgData name="LAVANYA SINGH" userId="be9e0eaacd5033b1" providerId="LiveId" clId="{C313BEC5-BB04-4F2C-9796-79F4CA05FC3E}" dt="2023-12-13T17:52:40.961" v="8727" actId="26606"/>
          <ac:spMkLst>
            <pc:docMk/>
            <pc:sldMk cId="3966108033" sldId="285"/>
            <ac:spMk id="18" creationId="{1F3985C0-E548-44D2-B30E-F3E42DADE133}"/>
          </ac:spMkLst>
        </pc:spChg>
        <pc:picChg chg="add mod">
          <ac:chgData name="LAVANYA SINGH" userId="be9e0eaacd5033b1" providerId="LiveId" clId="{C313BEC5-BB04-4F2C-9796-79F4CA05FC3E}" dt="2023-12-13T17:53:13.404" v="8730" actId="1076"/>
          <ac:picMkLst>
            <pc:docMk/>
            <pc:sldMk cId="3966108033" sldId="285"/>
            <ac:picMk id="5" creationId="{7523D703-7E7B-F53F-6173-9322F27107A1}"/>
          </ac:picMkLst>
        </pc:picChg>
        <pc:cxnChg chg="add">
          <ac:chgData name="LAVANYA SINGH" userId="be9e0eaacd5033b1" providerId="LiveId" clId="{C313BEC5-BB04-4F2C-9796-79F4CA05FC3E}" dt="2023-12-13T17:52:40.961" v="8727" actId="26606"/>
          <ac:cxnSpMkLst>
            <pc:docMk/>
            <pc:sldMk cId="3966108033" sldId="285"/>
            <ac:cxnSpMk id="12" creationId="{3D44BCCA-102D-4A9D-B1E4-2450CAF0B05E}"/>
          </ac:cxnSpMkLst>
        </pc:cxnChg>
      </pc:sldChg>
      <pc:sldChg chg="addSp delSp modSp new mod setBg">
        <pc:chgData name="LAVANYA SINGH" userId="be9e0eaacd5033b1" providerId="LiveId" clId="{C313BEC5-BB04-4F2C-9796-79F4CA05FC3E}" dt="2023-12-13T18:32:46.327" v="9117" actId="1036"/>
        <pc:sldMkLst>
          <pc:docMk/>
          <pc:sldMk cId="3127692435" sldId="286"/>
        </pc:sldMkLst>
        <pc:spChg chg="mod">
          <ac:chgData name="LAVANYA SINGH" userId="be9e0eaacd5033b1" providerId="LiveId" clId="{C313BEC5-BB04-4F2C-9796-79F4CA05FC3E}" dt="2023-12-13T18:27:48.271" v="9016" actId="20577"/>
          <ac:spMkLst>
            <pc:docMk/>
            <pc:sldMk cId="3127692435" sldId="286"/>
            <ac:spMk id="2" creationId="{0E28E575-A840-A6D6-77B2-731E92CB1A8E}"/>
          </ac:spMkLst>
        </pc:spChg>
        <pc:spChg chg="del mod">
          <ac:chgData name="LAVANYA SINGH" userId="be9e0eaacd5033b1" providerId="LiveId" clId="{C313BEC5-BB04-4F2C-9796-79F4CA05FC3E}" dt="2023-12-13T17:54:08.976" v="8734" actId="478"/>
          <ac:spMkLst>
            <pc:docMk/>
            <pc:sldMk cId="3127692435" sldId="286"/>
            <ac:spMk id="3" creationId="{7EB4ED5F-3831-D21C-621C-3567077101B4}"/>
          </ac:spMkLst>
        </pc:spChg>
        <pc:spChg chg="add">
          <ac:chgData name="LAVANYA SINGH" userId="be9e0eaacd5033b1" providerId="LiveId" clId="{C313BEC5-BB04-4F2C-9796-79F4CA05FC3E}" dt="2023-12-13T17:53:23.062" v="8732" actId="26606"/>
          <ac:spMkLst>
            <pc:docMk/>
            <pc:sldMk cId="3127692435" sldId="286"/>
            <ac:spMk id="8" creationId="{3558DB37-9FEE-48A2-8578-ED0401573943}"/>
          </ac:spMkLst>
        </pc:spChg>
        <pc:spChg chg="add">
          <ac:chgData name="LAVANYA SINGH" userId="be9e0eaacd5033b1" providerId="LiveId" clId="{C313BEC5-BB04-4F2C-9796-79F4CA05FC3E}" dt="2023-12-13T17:53:23.062" v="8732" actId="26606"/>
          <ac:spMkLst>
            <pc:docMk/>
            <pc:sldMk cId="3127692435" sldId="286"/>
            <ac:spMk id="10" creationId="{5F7FCCA6-00E2-4F74-A105-0D769872F243}"/>
          </ac:spMkLst>
        </pc:spChg>
        <pc:spChg chg="add">
          <ac:chgData name="LAVANYA SINGH" userId="be9e0eaacd5033b1" providerId="LiveId" clId="{C313BEC5-BB04-4F2C-9796-79F4CA05FC3E}" dt="2023-12-13T17:53:23.062" v="8732" actId="26606"/>
          <ac:spMkLst>
            <pc:docMk/>
            <pc:sldMk cId="3127692435" sldId="286"/>
            <ac:spMk id="12" creationId="{5E1ED12F-9F06-4B37-87B7-F98F52937F86}"/>
          </ac:spMkLst>
        </pc:spChg>
        <pc:picChg chg="add mod">
          <ac:chgData name="LAVANYA SINGH" userId="be9e0eaacd5033b1" providerId="LiveId" clId="{C313BEC5-BB04-4F2C-9796-79F4CA05FC3E}" dt="2023-12-13T18:32:46.327" v="9117" actId="1036"/>
          <ac:picMkLst>
            <pc:docMk/>
            <pc:sldMk cId="3127692435" sldId="286"/>
            <ac:picMk id="5" creationId="{F1A494F4-A3EB-7411-D4C8-24510745216B}"/>
          </ac:picMkLst>
        </pc:picChg>
      </pc:sldChg>
      <pc:sldChg chg="addSp delSp modSp new mod setBg">
        <pc:chgData name="LAVANYA SINGH" userId="be9e0eaacd5033b1" providerId="LiveId" clId="{C313BEC5-BB04-4F2C-9796-79F4CA05FC3E}" dt="2023-12-13T18:29:19.491" v="9041" actId="207"/>
        <pc:sldMkLst>
          <pc:docMk/>
          <pc:sldMk cId="121232295" sldId="287"/>
        </pc:sldMkLst>
        <pc:spChg chg="del mod">
          <ac:chgData name="LAVANYA SINGH" userId="be9e0eaacd5033b1" providerId="LiveId" clId="{C313BEC5-BB04-4F2C-9796-79F4CA05FC3E}" dt="2023-12-13T18:28:44.133" v="9028" actId="478"/>
          <ac:spMkLst>
            <pc:docMk/>
            <pc:sldMk cId="121232295" sldId="287"/>
            <ac:spMk id="2" creationId="{88F3A385-3CA2-6B31-526A-E9641241EBD7}"/>
          </ac:spMkLst>
        </pc:spChg>
        <pc:spChg chg="del">
          <ac:chgData name="LAVANYA SINGH" userId="be9e0eaacd5033b1" providerId="LiveId" clId="{C313BEC5-BB04-4F2C-9796-79F4CA05FC3E}" dt="2023-12-13T17:55:29.083" v="8743" actId="26606"/>
          <ac:spMkLst>
            <pc:docMk/>
            <pc:sldMk cId="121232295" sldId="287"/>
            <ac:spMk id="3" creationId="{877868CE-314E-22FB-2F2F-1445BABD53D1}"/>
          </ac:spMkLst>
        </pc:spChg>
        <pc:spChg chg="add mod">
          <ac:chgData name="LAVANYA SINGH" userId="be9e0eaacd5033b1" providerId="LiveId" clId="{C313BEC5-BB04-4F2C-9796-79F4CA05FC3E}" dt="2023-12-13T18:29:19.491" v="9041" actId="207"/>
          <ac:spMkLst>
            <pc:docMk/>
            <pc:sldMk cId="121232295" sldId="287"/>
            <ac:spMk id="6" creationId="{F5E7E19F-742E-1A54-AE04-6FB682CE15C9}"/>
          </ac:spMkLst>
        </pc:spChg>
        <pc:spChg chg="add">
          <ac:chgData name="LAVANYA SINGH" userId="be9e0eaacd5033b1" providerId="LiveId" clId="{C313BEC5-BB04-4F2C-9796-79F4CA05FC3E}" dt="2023-12-13T17:55:29.083" v="8743" actId="26606"/>
          <ac:spMkLst>
            <pc:docMk/>
            <pc:sldMk cId="121232295" sldId="287"/>
            <ac:spMk id="8" creationId="{52C0B2E1-0268-42EC-ABD3-94F81A05BCBD}"/>
          </ac:spMkLst>
        </pc:spChg>
        <pc:spChg chg="add">
          <ac:chgData name="LAVANYA SINGH" userId="be9e0eaacd5033b1" providerId="LiveId" clId="{C313BEC5-BB04-4F2C-9796-79F4CA05FC3E}" dt="2023-12-13T17:55:29.083" v="8743" actId="26606"/>
          <ac:spMkLst>
            <pc:docMk/>
            <pc:sldMk cId="121232295" sldId="287"/>
            <ac:spMk id="10" creationId="{7D2256B4-48EA-40FC-BBC0-AA1EE6E0080C}"/>
          </ac:spMkLst>
        </pc:spChg>
        <pc:spChg chg="add">
          <ac:chgData name="LAVANYA SINGH" userId="be9e0eaacd5033b1" providerId="LiveId" clId="{C313BEC5-BB04-4F2C-9796-79F4CA05FC3E}" dt="2023-12-13T17:55:29.083" v="8743" actId="26606"/>
          <ac:spMkLst>
            <pc:docMk/>
            <pc:sldMk cId="121232295" sldId="287"/>
            <ac:spMk id="14" creationId="{FBDCECDC-EEE3-4128-AA5E-82A8C08796E8}"/>
          </ac:spMkLst>
        </pc:spChg>
        <pc:spChg chg="add">
          <ac:chgData name="LAVANYA SINGH" userId="be9e0eaacd5033b1" providerId="LiveId" clId="{C313BEC5-BB04-4F2C-9796-79F4CA05FC3E}" dt="2023-12-13T17:55:29.083" v="8743" actId="26606"/>
          <ac:spMkLst>
            <pc:docMk/>
            <pc:sldMk cId="121232295" sldId="287"/>
            <ac:spMk id="16" creationId="{4260EDE0-989C-4E16-AF94-F652294D828E}"/>
          </ac:spMkLst>
        </pc:spChg>
        <pc:spChg chg="add">
          <ac:chgData name="LAVANYA SINGH" userId="be9e0eaacd5033b1" providerId="LiveId" clId="{C313BEC5-BB04-4F2C-9796-79F4CA05FC3E}" dt="2023-12-13T17:55:29.083" v="8743" actId="26606"/>
          <ac:spMkLst>
            <pc:docMk/>
            <pc:sldMk cId="121232295" sldId="287"/>
            <ac:spMk id="18" creationId="{1F3985C0-E548-44D2-B30E-F3E42DADE133}"/>
          </ac:spMkLst>
        </pc:spChg>
        <pc:picChg chg="add mod">
          <ac:chgData name="LAVANYA SINGH" userId="be9e0eaacd5033b1" providerId="LiveId" clId="{C313BEC5-BB04-4F2C-9796-79F4CA05FC3E}" dt="2023-12-13T18:28:55.011" v="9033" actId="14100"/>
          <ac:picMkLst>
            <pc:docMk/>
            <pc:sldMk cId="121232295" sldId="287"/>
            <ac:picMk id="5" creationId="{4A41B35F-C98A-7AF8-66DD-C64836AA7DE2}"/>
          </ac:picMkLst>
        </pc:picChg>
        <pc:cxnChg chg="add">
          <ac:chgData name="LAVANYA SINGH" userId="be9e0eaacd5033b1" providerId="LiveId" clId="{C313BEC5-BB04-4F2C-9796-79F4CA05FC3E}" dt="2023-12-13T17:55:29.083" v="8743" actId="26606"/>
          <ac:cxnSpMkLst>
            <pc:docMk/>
            <pc:sldMk cId="121232295" sldId="287"/>
            <ac:cxnSpMk id="12" creationId="{3D44BCCA-102D-4A9D-B1E4-2450CAF0B05E}"/>
          </ac:cxnSpMkLst>
        </pc:cxnChg>
      </pc:sldChg>
      <pc:sldChg chg="addSp new del mod">
        <pc:chgData name="LAVANYA SINGH" userId="be9e0eaacd5033b1" providerId="LiveId" clId="{C313BEC5-BB04-4F2C-9796-79F4CA05FC3E}" dt="2023-12-13T17:55:12.738" v="8741" actId="2696"/>
        <pc:sldMkLst>
          <pc:docMk/>
          <pc:sldMk cId="4254103537" sldId="287"/>
        </pc:sldMkLst>
        <pc:picChg chg="add">
          <ac:chgData name="LAVANYA SINGH" userId="be9e0eaacd5033b1" providerId="LiveId" clId="{C313BEC5-BB04-4F2C-9796-79F4CA05FC3E}" dt="2023-12-13T17:54:59.113" v="8740" actId="22"/>
          <ac:picMkLst>
            <pc:docMk/>
            <pc:sldMk cId="4254103537" sldId="287"/>
            <ac:picMk id="5" creationId="{2D5D238C-F407-0E4E-16EC-4D18D3BEDD58}"/>
          </ac:picMkLst>
        </pc:picChg>
      </pc:sldChg>
      <pc:sldChg chg="addSp delSp modSp new mod setBg">
        <pc:chgData name="LAVANYA SINGH" userId="be9e0eaacd5033b1" providerId="LiveId" clId="{C313BEC5-BB04-4F2C-9796-79F4CA05FC3E}" dt="2023-12-13T18:29:36.972" v="9047" actId="20577"/>
        <pc:sldMkLst>
          <pc:docMk/>
          <pc:sldMk cId="3094503447" sldId="288"/>
        </pc:sldMkLst>
        <pc:spChg chg="mod">
          <ac:chgData name="LAVANYA SINGH" userId="be9e0eaacd5033b1" providerId="LiveId" clId="{C313BEC5-BB04-4F2C-9796-79F4CA05FC3E}" dt="2023-12-13T18:29:36.972" v="9047" actId="20577"/>
          <ac:spMkLst>
            <pc:docMk/>
            <pc:sldMk cId="3094503447" sldId="288"/>
            <ac:spMk id="2" creationId="{D4454E0A-A835-DF04-A819-E6CE33BB0FFD}"/>
          </ac:spMkLst>
        </pc:spChg>
        <pc:spChg chg="del mod">
          <ac:chgData name="LAVANYA SINGH" userId="be9e0eaacd5033b1" providerId="LiveId" clId="{C313BEC5-BB04-4F2C-9796-79F4CA05FC3E}" dt="2023-12-13T18:29:33.743" v="9043" actId="478"/>
          <ac:spMkLst>
            <pc:docMk/>
            <pc:sldMk cId="3094503447" sldId="288"/>
            <ac:spMk id="3" creationId="{0826AF8F-49E8-D264-9EEE-89A00295C9EF}"/>
          </ac:spMkLst>
        </pc:spChg>
        <pc:spChg chg="add">
          <ac:chgData name="LAVANYA SINGH" userId="be9e0eaacd5033b1" providerId="LiveId" clId="{C313BEC5-BB04-4F2C-9796-79F4CA05FC3E}" dt="2023-12-13T17:55:46.589" v="8746" actId="26606"/>
          <ac:spMkLst>
            <pc:docMk/>
            <pc:sldMk cId="3094503447" sldId="288"/>
            <ac:spMk id="8" creationId="{3558DB37-9FEE-48A2-8578-ED0401573943}"/>
          </ac:spMkLst>
        </pc:spChg>
        <pc:spChg chg="add">
          <ac:chgData name="LAVANYA SINGH" userId="be9e0eaacd5033b1" providerId="LiveId" clId="{C313BEC5-BB04-4F2C-9796-79F4CA05FC3E}" dt="2023-12-13T17:55:46.589" v="8746" actId="26606"/>
          <ac:spMkLst>
            <pc:docMk/>
            <pc:sldMk cId="3094503447" sldId="288"/>
            <ac:spMk id="10" creationId="{5F7FCCA6-00E2-4F74-A105-0D769872F243}"/>
          </ac:spMkLst>
        </pc:spChg>
        <pc:spChg chg="add">
          <ac:chgData name="LAVANYA SINGH" userId="be9e0eaacd5033b1" providerId="LiveId" clId="{C313BEC5-BB04-4F2C-9796-79F4CA05FC3E}" dt="2023-12-13T17:55:46.589" v="8746" actId="26606"/>
          <ac:spMkLst>
            <pc:docMk/>
            <pc:sldMk cId="3094503447" sldId="288"/>
            <ac:spMk id="12" creationId="{5E1ED12F-9F06-4B37-87B7-F98F52937F86}"/>
          </ac:spMkLst>
        </pc:spChg>
        <pc:picChg chg="add mod">
          <ac:chgData name="LAVANYA SINGH" userId="be9e0eaacd5033b1" providerId="LiveId" clId="{C313BEC5-BB04-4F2C-9796-79F4CA05FC3E}" dt="2023-12-13T18:29:28.004" v="9042" actId="1076"/>
          <ac:picMkLst>
            <pc:docMk/>
            <pc:sldMk cId="3094503447" sldId="288"/>
            <ac:picMk id="5" creationId="{D2E353E5-3F5F-E505-EB33-A4C6E9155975}"/>
          </ac:picMkLst>
        </pc:picChg>
      </pc:sldChg>
      <pc:sldChg chg="addSp delSp new del mod">
        <pc:chgData name="LAVANYA SINGH" userId="be9e0eaacd5033b1" providerId="LiveId" clId="{C313BEC5-BB04-4F2C-9796-79F4CA05FC3E}" dt="2023-12-13T18:30:28.906" v="9056" actId="2696"/>
        <pc:sldMkLst>
          <pc:docMk/>
          <pc:sldMk cId="421027744" sldId="289"/>
        </pc:sldMkLst>
        <pc:picChg chg="add del">
          <ac:chgData name="LAVANYA SINGH" userId="be9e0eaacd5033b1" providerId="LiveId" clId="{C313BEC5-BB04-4F2C-9796-79F4CA05FC3E}" dt="2023-12-13T18:30:10.623" v="9054" actId="21"/>
          <ac:picMkLst>
            <pc:docMk/>
            <pc:sldMk cId="421027744" sldId="289"/>
            <ac:picMk id="5" creationId="{C3985A61-BBDA-7938-FCBB-49F340A1B929}"/>
          </ac:picMkLst>
        </pc:picChg>
      </pc:sldChg>
      <pc:sldChg chg="addSp delSp modSp new mod ord setBg">
        <pc:chgData name="LAVANYA SINGH" userId="be9e0eaacd5033b1" providerId="LiveId" clId="{C313BEC5-BB04-4F2C-9796-79F4CA05FC3E}" dt="2023-12-13T18:30:49.054" v="9067" actId="20577"/>
        <pc:sldMkLst>
          <pc:docMk/>
          <pc:sldMk cId="309967592" sldId="290"/>
        </pc:sldMkLst>
        <pc:spChg chg="mod">
          <ac:chgData name="LAVANYA SINGH" userId="be9e0eaacd5033b1" providerId="LiveId" clId="{C313BEC5-BB04-4F2C-9796-79F4CA05FC3E}" dt="2023-12-13T18:30:49.054" v="9067" actId="20577"/>
          <ac:spMkLst>
            <pc:docMk/>
            <pc:sldMk cId="309967592" sldId="290"/>
            <ac:spMk id="2" creationId="{BA2042D3-39A0-6B25-790C-2E59129D24DC}"/>
          </ac:spMkLst>
        </pc:spChg>
        <pc:spChg chg="del mod">
          <ac:chgData name="LAVANYA SINGH" userId="be9e0eaacd5033b1" providerId="LiveId" clId="{C313BEC5-BB04-4F2C-9796-79F4CA05FC3E}" dt="2023-12-13T18:30:33.816" v="9057" actId="478"/>
          <ac:spMkLst>
            <pc:docMk/>
            <pc:sldMk cId="309967592" sldId="290"/>
            <ac:spMk id="3" creationId="{EA3A3F98-2C57-D996-343A-75254627A099}"/>
          </ac:spMkLst>
        </pc:spChg>
        <pc:spChg chg="add">
          <ac:chgData name="LAVANYA SINGH" userId="be9e0eaacd5033b1" providerId="LiveId" clId="{C313BEC5-BB04-4F2C-9796-79F4CA05FC3E}" dt="2023-12-13T17:56:57.296" v="8753" actId="26606"/>
          <ac:spMkLst>
            <pc:docMk/>
            <pc:sldMk cId="309967592" sldId="290"/>
            <ac:spMk id="8" creationId="{3558DB37-9FEE-48A2-8578-ED0401573943}"/>
          </ac:spMkLst>
        </pc:spChg>
        <pc:spChg chg="add">
          <ac:chgData name="LAVANYA SINGH" userId="be9e0eaacd5033b1" providerId="LiveId" clId="{C313BEC5-BB04-4F2C-9796-79F4CA05FC3E}" dt="2023-12-13T17:56:57.296" v="8753" actId="26606"/>
          <ac:spMkLst>
            <pc:docMk/>
            <pc:sldMk cId="309967592" sldId="290"/>
            <ac:spMk id="10" creationId="{5F7FCCA6-00E2-4F74-A105-0D769872F243}"/>
          </ac:spMkLst>
        </pc:spChg>
        <pc:spChg chg="add">
          <ac:chgData name="LAVANYA SINGH" userId="be9e0eaacd5033b1" providerId="LiveId" clId="{C313BEC5-BB04-4F2C-9796-79F4CA05FC3E}" dt="2023-12-13T17:56:57.296" v="8753" actId="26606"/>
          <ac:spMkLst>
            <pc:docMk/>
            <pc:sldMk cId="309967592" sldId="290"/>
            <ac:spMk id="12" creationId="{5E1ED12F-9F06-4B37-87B7-F98F52937F86}"/>
          </ac:spMkLst>
        </pc:spChg>
        <pc:picChg chg="add mod">
          <ac:chgData name="LAVANYA SINGH" userId="be9e0eaacd5033b1" providerId="LiveId" clId="{C313BEC5-BB04-4F2C-9796-79F4CA05FC3E}" dt="2023-12-13T18:30:45.794" v="9063" actId="14100"/>
          <ac:picMkLst>
            <pc:docMk/>
            <pc:sldMk cId="309967592" sldId="290"/>
            <ac:picMk id="5" creationId="{CB0624FC-9321-DB61-0071-C53FB351F242}"/>
          </ac:picMkLst>
        </pc:picChg>
      </pc:sldChg>
      <pc:sldChg chg="addSp delSp modSp new mod setBg">
        <pc:chgData name="LAVANYA SINGH" userId="be9e0eaacd5033b1" providerId="LiveId" clId="{C313BEC5-BB04-4F2C-9796-79F4CA05FC3E}" dt="2023-12-13T18:31:23.838" v="9076" actId="1076"/>
        <pc:sldMkLst>
          <pc:docMk/>
          <pc:sldMk cId="2277025451" sldId="291"/>
        </pc:sldMkLst>
        <pc:spChg chg="mod">
          <ac:chgData name="LAVANYA SINGH" userId="be9e0eaacd5033b1" providerId="LiveId" clId="{C313BEC5-BB04-4F2C-9796-79F4CA05FC3E}" dt="2023-12-13T17:58:34.792" v="8762" actId="20577"/>
          <ac:spMkLst>
            <pc:docMk/>
            <pc:sldMk cId="2277025451" sldId="291"/>
            <ac:spMk id="2" creationId="{40618F7A-A182-A75C-5239-13067BA7E7B4}"/>
          </ac:spMkLst>
        </pc:spChg>
        <pc:spChg chg="del mod">
          <ac:chgData name="LAVANYA SINGH" userId="be9e0eaacd5033b1" providerId="LiveId" clId="{C313BEC5-BB04-4F2C-9796-79F4CA05FC3E}" dt="2023-12-13T17:58:29.471" v="8758" actId="478"/>
          <ac:spMkLst>
            <pc:docMk/>
            <pc:sldMk cId="2277025451" sldId="291"/>
            <ac:spMk id="3" creationId="{B1B64947-53BA-409F-D001-D8F0507A98C9}"/>
          </ac:spMkLst>
        </pc:spChg>
        <pc:spChg chg="add">
          <ac:chgData name="LAVANYA SINGH" userId="be9e0eaacd5033b1" providerId="LiveId" clId="{C313BEC5-BB04-4F2C-9796-79F4CA05FC3E}" dt="2023-12-13T17:57:57.635" v="8756" actId="26606"/>
          <ac:spMkLst>
            <pc:docMk/>
            <pc:sldMk cId="2277025451" sldId="291"/>
            <ac:spMk id="8" creationId="{3558DB37-9FEE-48A2-8578-ED0401573943}"/>
          </ac:spMkLst>
        </pc:spChg>
        <pc:spChg chg="add">
          <ac:chgData name="LAVANYA SINGH" userId="be9e0eaacd5033b1" providerId="LiveId" clId="{C313BEC5-BB04-4F2C-9796-79F4CA05FC3E}" dt="2023-12-13T17:57:57.635" v="8756" actId="26606"/>
          <ac:spMkLst>
            <pc:docMk/>
            <pc:sldMk cId="2277025451" sldId="291"/>
            <ac:spMk id="10" creationId="{5F7FCCA6-00E2-4F74-A105-0D769872F243}"/>
          </ac:spMkLst>
        </pc:spChg>
        <pc:spChg chg="add">
          <ac:chgData name="LAVANYA SINGH" userId="be9e0eaacd5033b1" providerId="LiveId" clId="{C313BEC5-BB04-4F2C-9796-79F4CA05FC3E}" dt="2023-12-13T17:57:57.635" v="8756" actId="26606"/>
          <ac:spMkLst>
            <pc:docMk/>
            <pc:sldMk cId="2277025451" sldId="291"/>
            <ac:spMk id="12" creationId="{5E1ED12F-9F06-4B37-87B7-F98F52937F86}"/>
          </ac:spMkLst>
        </pc:spChg>
        <pc:picChg chg="add mod">
          <ac:chgData name="LAVANYA SINGH" userId="be9e0eaacd5033b1" providerId="LiveId" clId="{C313BEC5-BB04-4F2C-9796-79F4CA05FC3E}" dt="2023-12-13T18:31:09.908" v="9072" actId="1076"/>
          <ac:picMkLst>
            <pc:docMk/>
            <pc:sldMk cId="2277025451" sldId="291"/>
            <ac:picMk id="5" creationId="{8C1E1E15-C218-E546-34CE-8E6233DFFEED}"/>
          </ac:picMkLst>
        </pc:picChg>
        <pc:picChg chg="add mod">
          <ac:chgData name="LAVANYA SINGH" userId="be9e0eaacd5033b1" providerId="LiveId" clId="{C313BEC5-BB04-4F2C-9796-79F4CA05FC3E}" dt="2023-12-13T18:31:23.838" v="9076" actId="1076"/>
          <ac:picMkLst>
            <pc:docMk/>
            <pc:sldMk cId="2277025451" sldId="291"/>
            <ac:picMk id="7" creationId="{BF4F66A0-0FE3-0159-F9F7-7E34A967B679}"/>
          </ac:picMkLst>
        </pc:picChg>
      </pc:sldChg>
      <pc:sldChg chg="addSp delSp modSp new mod ord setBg">
        <pc:chgData name="LAVANYA SINGH" userId="be9e0eaacd5033b1" providerId="LiveId" clId="{C313BEC5-BB04-4F2C-9796-79F4CA05FC3E}" dt="2023-12-13T18:31:29.960" v="9080" actId="20577"/>
        <pc:sldMkLst>
          <pc:docMk/>
          <pc:sldMk cId="3516593198" sldId="292"/>
        </pc:sldMkLst>
        <pc:spChg chg="mod">
          <ac:chgData name="LAVANYA SINGH" userId="be9e0eaacd5033b1" providerId="LiveId" clId="{C313BEC5-BB04-4F2C-9796-79F4CA05FC3E}" dt="2023-12-13T18:31:29.960" v="9080" actId="20577"/>
          <ac:spMkLst>
            <pc:docMk/>
            <pc:sldMk cId="3516593198" sldId="292"/>
            <ac:spMk id="2" creationId="{E19C453E-7D4B-2F54-76E8-04F1D08C3C12}"/>
          </ac:spMkLst>
        </pc:spChg>
        <pc:spChg chg="del mod">
          <ac:chgData name="LAVANYA SINGH" userId="be9e0eaacd5033b1" providerId="LiveId" clId="{C313BEC5-BB04-4F2C-9796-79F4CA05FC3E}" dt="2023-12-13T18:00:08.264" v="8777" actId="478"/>
          <ac:spMkLst>
            <pc:docMk/>
            <pc:sldMk cId="3516593198" sldId="292"/>
            <ac:spMk id="3" creationId="{B5B1FDB4-AF83-C9AD-DA1F-41A8390535C0}"/>
          </ac:spMkLst>
        </pc:spChg>
        <pc:spChg chg="add">
          <ac:chgData name="LAVANYA SINGH" userId="be9e0eaacd5033b1" providerId="LiveId" clId="{C313BEC5-BB04-4F2C-9796-79F4CA05FC3E}" dt="2023-12-13T17:59:37.545" v="8775" actId="26606"/>
          <ac:spMkLst>
            <pc:docMk/>
            <pc:sldMk cId="3516593198" sldId="292"/>
            <ac:spMk id="8" creationId="{3558DB37-9FEE-48A2-8578-ED0401573943}"/>
          </ac:spMkLst>
        </pc:spChg>
        <pc:spChg chg="add">
          <ac:chgData name="LAVANYA SINGH" userId="be9e0eaacd5033b1" providerId="LiveId" clId="{C313BEC5-BB04-4F2C-9796-79F4CA05FC3E}" dt="2023-12-13T17:59:37.545" v="8775" actId="26606"/>
          <ac:spMkLst>
            <pc:docMk/>
            <pc:sldMk cId="3516593198" sldId="292"/>
            <ac:spMk id="10" creationId="{5F7FCCA6-00E2-4F74-A105-0D769872F243}"/>
          </ac:spMkLst>
        </pc:spChg>
        <pc:spChg chg="add">
          <ac:chgData name="LAVANYA SINGH" userId="be9e0eaacd5033b1" providerId="LiveId" clId="{C313BEC5-BB04-4F2C-9796-79F4CA05FC3E}" dt="2023-12-13T17:59:37.545" v="8775" actId="26606"/>
          <ac:spMkLst>
            <pc:docMk/>
            <pc:sldMk cId="3516593198" sldId="292"/>
            <ac:spMk id="12" creationId="{5E1ED12F-9F06-4B37-87B7-F98F52937F86}"/>
          </ac:spMkLst>
        </pc:spChg>
        <pc:picChg chg="add mod">
          <ac:chgData name="LAVANYA SINGH" userId="be9e0eaacd5033b1" providerId="LiveId" clId="{C313BEC5-BB04-4F2C-9796-79F4CA05FC3E}" dt="2023-12-13T18:00:57.921" v="8786" actId="14100"/>
          <ac:picMkLst>
            <pc:docMk/>
            <pc:sldMk cId="3516593198" sldId="292"/>
            <ac:picMk id="5" creationId="{8F9D6B7F-3C87-58AA-4B1D-2EEE4A91CF31}"/>
          </ac:picMkLst>
        </pc:picChg>
        <pc:picChg chg="add mod">
          <ac:chgData name="LAVANYA SINGH" userId="be9e0eaacd5033b1" providerId="LiveId" clId="{C313BEC5-BB04-4F2C-9796-79F4CA05FC3E}" dt="2023-12-13T18:00:54.865" v="8785" actId="1076"/>
          <ac:picMkLst>
            <pc:docMk/>
            <pc:sldMk cId="3516593198" sldId="292"/>
            <ac:picMk id="7" creationId="{FDD77878-DF4B-59D4-DA68-4F2BA943D86F}"/>
          </ac:picMkLst>
        </pc:picChg>
      </pc:sldChg>
      <pc:sldChg chg="addSp delSp modSp new mod setBg">
        <pc:chgData name="LAVANYA SINGH" userId="be9e0eaacd5033b1" providerId="LiveId" clId="{C313BEC5-BB04-4F2C-9796-79F4CA05FC3E}" dt="2023-12-13T18:31:33.937" v="9084" actId="20577"/>
        <pc:sldMkLst>
          <pc:docMk/>
          <pc:sldMk cId="3647393601" sldId="293"/>
        </pc:sldMkLst>
        <pc:spChg chg="mod">
          <ac:chgData name="LAVANYA SINGH" userId="be9e0eaacd5033b1" providerId="LiveId" clId="{C313BEC5-BB04-4F2C-9796-79F4CA05FC3E}" dt="2023-12-13T18:31:33.937" v="9084" actId="20577"/>
          <ac:spMkLst>
            <pc:docMk/>
            <pc:sldMk cId="3647393601" sldId="293"/>
            <ac:spMk id="2" creationId="{CCDD30E6-CC77-6C9F-F802-597E909EDD8A}"/>
          </ac:spMkLst>
        </pc:spChg>
        <pc:spChg chg="del mod">
          <ac:chgData name="LAVANYA SINGH" userId="be9e0eaacd5033b1" providerId="LiveId" clId="{C313BEC5-BB04-4F2C-9796-79F4CA05FC3E}" dt="2023-12-13T18:01:54.265" v="8791" actId="478"/>
          <ac:spMkLst>
            <pc:docMk/>
            <pc:sldMk cId="3647393601" sldId="293"/>
            <ac:spMk id="3" creationId="{2979A61E-A16B-AA0F-4891-1395E42492BC}"/>
          </ac:spMkLst>
        </pc:spChg>
        <pc:spChg chg="add">
          <ac:chgData name="LAVANYA SINGH" userId="be9e0eaacd5033b1" providerId="LiveId" clId="{C313BEC5-BB04-4F2C-9796-79F4CA05FC3E}" dt="2023-12-13T18:01:09.440" v="8788" actId="26606"/>
          <ac:spMkLst>
            <pc:docMk/>
            <pc:sldMk cId="3647393601" sldId="293"/>
            <ac:spMk id="8" creationId="{3558DB37-9FEE-48A2-8578-ED0401573943}"/>
          </ac:spMkLst>
        </pc:spChg>
        <pc:spChg chg="add">
          <ac:chgData name="LAVANYA SINGH" userId="be9e0eaacd5033b1" providerId="LiveId" clId="{C313BEC5-BB04-4F2C-9796-79F4CA05FC3E}" dt="2023-12-13T18:01:09.440" v="8788" actId="26606"/>
          <ac:spMkLst>
            <pc:docMk/>
            <pc:sldMk cId="3647393601" sldId="293"/>
            <ac:spMk id="10" creationId="{5F7FCCA6-00E2-4F74-A105-0D769872F243}"/>
          </ac:spMkLst>
        </pc:spChg>
        <pc:spChg chg="add">
          <ac:chgData name="LAVANYA SINGH" userId="be9e0eaacd5033b1" providerId="LiveId" clId="{C313BEC5-BB04-4F2C-9796-79F4CA05FC3E}" dt="2023-12-13T18:01:09.440" v="8788" actId="26606"/>
          <ac:spMkLst>
            <pc:docMk/>
            <pc:sldMk cId="3647393601" sldId="293"/>
            <ac:spMk id="12" creationId="{5E1ED12F-9F06-4B37-87B7-F98F52937F86}"/>
          </ac:spMkLst>
        </pc:spChg>
        <pc:picChg chg="add mod">
          <ac:chgData name="LAVANYA SINGH" userId="be9e0eaacd5033b1" providerId="LiveId" clId="{C313BEC5-BB04-4F2C-9796-79F4CA05FC3E}" dt="2023-12-13T18:02:32.452" v="8795" actId="14100"/>
          <ac:picMkLst>
            <pc:docMk/>
            <pc:sldMk cId="3647393601" sldId="293"/>
            <ac:picMk id="5" creationId="{518B9EFB-E6E8-A2FD-F312-945DD1A7325E}"/>
          </ac:picMkLst>
        </pc:picChg>
        <pc:picChg chg="add mod">
          <ac:chgData name="LAVANYA SINGH" userId="be9e0eaacd5033b1" providerId="LiveId" clId="{C313BEC5-BB04-4F2C-9796-79F4CA05FC3E}" dt="2023-12-13T18:02:37.168" v="8797" actId="14100"/>
          <ac:picMkLst>
            <pc:docMk/>
            <pc:sldMk cId="3647393601" sldId="293"/>
            <ac:picMk id="7" creationId="{10EE28F4-0327-8106-FC0D-48E08566B6EE}"/>
          </ac:picMkLst>
        </pc:picChg>
      </pc:sldChg>
      <pc:sldChg chg="addSp delSp modSp new mod setBg">
        <pc:chgData name="LAVANYA SINGH" userId="be9e0eaacd5033b1" providerId="LiveId" clId="{C313BEC5-BB04-4F2C-9796-79F4CA05FC3E}" dt="2023-12-13T18:31:38.813" v="9088" actId="20577"/>
        <pc:sldMkLst>
          <pc:docMk/>
          <pc:sldMk cId="4033818155" sldId="294"/>
        </pc:sldMkLst>
        <pc:spChg chg="mod">
          <ac:chgData name="LAVANYA SINGH" userId="be9e0eaacd5033b1" providerId="LiveId" clId="{C313BEC5-BB04-4F2C-9796-79F4CA05FC3E}" dt="2023-12-13T18:31:38.813" v="9088" actId="20577"/>
          <ac:spMkLst>
            <pc:docMk/>
            <pc:sldMk cId="4033818155" sldId="294"/>
            <ac:spMk id="2" creationId="{2681594D-4B9D-1B12-4F64-604AB92B61F8}"/>
          </ac:spMkLst>
        </pc:spChg>
        <pc:spChg chg="del mod">
          <ac:chgData name="LAVANYA SINGH" userId="be9e0eaacd5033b1" providerId="LiveId" clId="{C313BEC5-BB04-4F2C-9796-79F4CA05FC3E}" dt="2023-12-13T18:03:24.596" v="8802" actId="478"/>
          <ac:spMkLst>
            <pc:docMk/>
            <pc:sldMk cId="4033818155" sldId="294"/>
            <ac:spMk id="3" creationId="{553DC023-07A4-A77E-A621-D664F28E53E7}"/>
          </ac:spMkLst>
        </pc:spChg>
        <pc:spChg chg="add">
          <ac:chgData name="LAVANYA SINGH" userId="be9e0eaacd5033b1" providerId="LiveId" clId="{C313BEC5-BB04-4F2C-9796-79F4CA05FC3E}" dt="2023-12-13T18:02:48.037" v="8799" actId="26606"/>
          <ac:spMkLst>
            <pc:docMk/>
            <pc:sldMk cId="4033818155" sldId="294"/>
            <ac:spMk id="8" creationId="{3558DB37-9FEE-48A2-8578-ED0401573943}"/>
          </ac:spMkLst>
        </pc:spChg>
        <pc:spChg chg="add">
          <ac:chgData name="LAVANYA SINGH" userId="be9e0eaacd5033b1" providerId="LiveId" clId="{C313BEC5-BB04-4F2C-9796-79F4CA05FC3E}" dt="2023-12-13T18:02:48.037" v="8799" actId="26606"/>
          <ac:spMkLst>
            <pc:docMk/>
            <pc:sldMk cId="4033818155" sldId="294"/>
            <ac:spMk id="10" creationId="{5F7FCCA6-00E2-4F74-A105-0D769872F243}"/>
          </ac:spMkLst>
        </pc:spChg>
        <pc:spChg chg="add">
          <ac:chgData name="LAVANYA SINGH" userId="be9e0eaacd5033b1" providerId="LiveId" clId="{C313BEC5-BB04-4F2C-9796-79F4CA05FC3E}" dt="2023-12-13T18:02:48.037" v="8799" actId="26606"/>
          <ac:spMkLst>
            <pc:docMk/>
            <pc:sldMk cId="4033818155" sldId="294"/>
            <ac:spMk id="12" creationId="{5E1ED12F-9F06-4B37-87B7-F98F52937F86}"/>
          </ac:spMkLst>
        </pc:spChg>
        <pc:picChg chg="add mod">
          <ac:chgData name="LAVANYA SINGH" userId="be9e0eaacd5033b1" providerId="LiveId" clId="{C313BEC5-BB04-4F2C-9796-79F4CA05FC3E}" dt="2023-12-13T18:04:11.928" v="8808" actId="14100"/>
          <ac:picMkLst>
            <pc:docMk/>
            <pc:sldMk cId="4033818155" sldId="294"/>
            <ac:picMk id="5" creationId="{9E99ACC5-8D8E-2609-19AB-BBA5562AC243}"/>
          </ac:picMkLst>
        </pc:picChg>
        <pc:picChg chg="add mod">
          <ac:chgData name="LAVANYA SINGH" userId="be9e0eaacd5033b1" providerId="LiveId" clId="{C313BEC5-BB04-4F2C-9796-79F4CA05FC3E}" dt="2023-12-13T18:04:21.537" v="8812" actId="14100"/>
          <ac:picMkLst>
            <pc:docMk/>
            <pc:sldMk cId="4033818155" sldId="294"/>
            <ac:picMk id="7" creationId="{99859B4B-F58F-8A7A-477D-FE7FAA7A6BDD}"/>
          </ac:picMkLst>
        </pc:picChg>
      </pc:sldChg>
      <pc:sldChg chg="addSp delSp modSp new mod setBg">
        <pc:chgData name="LAVANYA SINGH" userId="be9e0eaacd5033b1" providerId="LiveId" clId="{C313BEC5-BB04-4F2C-9796-79F4CA05FC3E}" dt="2023-12-13T18:31:43.675" v="9093" actId="20577"/>
        <pc:sldMkLst>
          <pc:docMk/>
          <pc:sldMk cId="2485606763" sldId="295"/>
        </pc:sldMkLst>
        <pc:spChg chg="mod">
          <ac:chgData name="LAVANYA SINGH" userId="be9e0eaacd5033b1" providerId="LiveId" clId="{C313BEC5-BB04-4F2C-9796-79F4CA05FC3E}" dt="2023-12-13T18:31:43.675" v="9093" actId="20577"/>
          <ac:spMkLst>
            <pc:docMk/>
            <pc:sldMk cId="2485606763" sldId="295"/>
            <ac:spMk id="2" creationId="{71324466-AB7C-E146-3434-062FA2EE83A1}"/>
          </ac:spMkLst>
        </pc:spChg>
        <pc:spChg chg="del mod">
          <ac:chgData name="LAVANYA SINGH" userId="be9e0eaacd5033b1" providerId="LiveId" clId="{C313BEC5-BB04-4F2C-9796-79F4CA05FC3E}" dt="2023-12-13T18:05:24.309" v="8816" actId="478"/>
          <ac:spMkLst>
            <pc:docMk/>
            <pc:sldMk cId="2485606763" sldId="295"/>
            <ac:spMk id="3" creationId="{8648CA16-3FFA-1B7F-ECBA-B61BE6F98EB8}"/>
          </ac:spMkLst>
        </pc:spChg>
        <pc:spChg chg="add">
          <ac:chgData name="LAVANYA SINGH" userId="be9e0eaacd5033b1" providerId="LiveId" clId="{C313BEC5-BB04-4F2C-9796-79F4CA05FC3E}" dt="2023-12-13T18:04:31.155" v="8814" actId="26606"/>
          <ac:spMkLst>
            <pc:docMk/>
            <pc:sldMk cId="2485606763" sldId="295"/>
            <ac:spMk id="8" creationId="{3558DB37-9FEE-48A2-8578-ED0401573943}"/>
          </ac:spMkLst>
        </pc:spChg>
        <pc:spChg chg="add">
          <ac:chgData name="LAVANYA SINGH" userId="be9e0eaacd5033b1" providerId="LiveId" clId="{C313BEC5-BB04-4F2C-9796-79F4CA05FC3E}" dt="2023-12-13T18:04:31.155" v="8814" actId="26606"/>
          <ac:spMkLst>
            <pc:docMk/>
            <pc:sldMk cId="2485606763" sldId="295"/>
            <ac:spMk id="10" creationId="{5F7FCCA6-00E2-4F74-A105-0D769872F243}"/>
          </ac:spMkLst>
        </pc:spChg>
        <pc:spChg chg="add">
          <ac:chgData name="LAVANYA SINGH" userId="be9e0eaacd5033b1" providerId="LiveId" clId="{C313BEC5-BB04-4F2C-9796-79F4CA05FC3E}" dt="2023-12-13T18:04:31.155" v="8814" actId="26606"/>
          <ac:spMkLst>
            <pc:docMk/>
            <pc:sldMk cId="2485606763" sldId="295"/>
            <ac:spMk id="12" creationId="{5E1ED12F-9F06-4B37-87B7-F98F52937F86}"/>
          </ac:spMkLst>
        </pc:spChg>
        <pc:picChg chg="add mod">
          <ac:chgData name="LAVANYA SINGH" userId="be9e0eaacd5033b1" providerId="LiveId" clId="{C313BEC5-BB04-4F2C-9796-79F4CA05FC3E}" dt="2023-12-13T18:05:34.065" v="8819" actId="14100"/>
          <ac:picMkLst>
            <pc:docMk/>
            <pc:sldMk cId="2485606763" sldId="295"/>
            <ac:picMk id="5" creationId="{D6017DCE-F3B4-E050-C350-F1D26716FD2C}"/>
          </ac:picMkLst>
        </pc:picChg>
        <pc:picChg chg="add mod">
          <ac:chgData name="LAVANYA SINGH" userId="be9e0eaacd5033b1" providerId="LiveId" clId="{C313BEC5-BB04-4F2C-9796-79F4CA05FC3E}" dt="2023-12-13T18:06:08.379" v="8823" actId="1076"/>
          <ac:picMkLst>
            <pc:docMk/>
            <pc:sldMk cId="2485606763" sldId="295"/>
            <ac:picMk id="7" creationId="{38D00280-E153-3525-FEF5-17226FE6FD74}"/>
          </ac:picMkLst>
        </pc:picChg>
      </pc:sldChg>
      <pc:sldChg chg="addSp delSp modSp new mod setBg">
        <pc:chgData name="LAVANYA SINGH" userId="be9e0eaacd5033b1" providerId="LiveId" clId="{C313BEC5-BB04-4F2C-9796-79F4CA05FC3E}" dt="2023-12-13T18:33:05.825" v="9119" actId="1076"/>
        <pc:sldMkLst>
          <pc:docMk/>
          <pc:sldMk cId="460900286" sldId="296"/>
        </pc:sldMkLst>
        <pc:spChg chg="mod">
          <ac:chgData name="LAVANYA SINGH" userId="be9e0eaacd5033b1" providerId="LiveId" clId="{C313BEC5-BB04-4F2C-9796-79F4CA05FC3E}" dt="2023-12-13T18:31:48.986" v="9097" actId="20577"/>
          <ac:spMkLst>
            <pc:docMk/>
            <pc:sldMk cId="460900286" sldId="296"/>
            <ac:spMk id="2" creationId="{08478665-622D-309A-C314-2D95CA013B85}"/>
          </ac:spMkLst>
        </pc:spChg>
        <pc:spChg chg="del mod">
          <ac:chgData name="LAVANYA SINGH" userId="be9e0eaacd5033b1" providerId="LiveId" clId="{C313BEC5-BB04-4F2C-9796-79F4CA05FC3E}" dt="2023-12-13T18:07:13.267" v="8828" actId="478"/>
          <ac:spMkLst>
            <pc:docMk/>
            <pc:sldMk cId="460900286" sldId="296"/>
            <ac:spMk id="3" creationId="{E5C940CC-475F-7941-48AF-2FA41B3BE5C3}"/>
          </ac:spMkLst>
        </pc:spChg>
        <pc:spChg chg="add">
          <ac:chgData name="LAVANYA SINGH" userId="be9e0eaacd5033b1" providerId="LiveId" clId="{C313BEC5-BB04-4F2C-9796-79F4CA05FC3E}" dt="2023-12-13T18:06:15.183" v="8825" actId="26606"/>
          <ac:spMkLst>
            <pc:docMk/>
            <pc:sldMk cId="460900286" sldId="296"/>
            <ac:spMk id="8" creationId="{3558DB37-9FEE-48A2-8578-ED0401573943}"/>
          </ac:spMkLst>
        </pc:spChg>
        <pc:spChg chg="add">
          <ac:chgData name="LAVANYA SINGH" userId="be9e0eaacd5033b1" providerId="LiveId" clId="{C313BEC5-BB04-4F2C-9796-79F4CA05FC3E}" dt="2023-12-13T18:06:15.183" v="8825" actId="26606"/>
          <ac:spMkLst>
            <pc:docMk/>
            <pc:sldMk cId="460900286" sldId="296"/>
            <ac:spMk id="10" creationId="{5F7FCCA6-00E2-4F74-A105-0D769872F243}"/>
          </ac:spMkLst>
        </pc:spChg>
        <pc:spChg chg="add">
          <ac:chgData name="LAVANYA SINGH" userId="be9e0eaacd5033b1" providerId="LiveId" clId="{C313BEC5-BB04-4F2C-9796-79F4CA05FC3E}" dt="2023-12-13T18:06:15.183" v="8825" actId="26606"/>
          <ac:spMkLst>
            <pc:docMk/>
            <pc:sldMk cId="460900286" sldId="296"/>
            <ac:spMk id="12" creationId="{5E1ED12F-9F06-4B37-87B7-F98F52937F86}"/>
          </ac:spMkLst>
        </pc:spChg>
        <pc:picChg chg="add del mod">
          <ac:chgData name="LAVANYA SINGH" userId="be9e0eaacd5033b1" providerId="LiveId" clId="{C313BEC5-BB04-4F2C-9796-79F4CA05FC3E}" dt="2023-12-13T18:07:37.950" v="8829" actId="478"/>
          <ac:picMkLst>
            <pc:docMk/>
            <pc:sldMk cId="460900286" sldId="296"/>
            <ac:picMk id="5" creationId="{2B4226A6-6233-07C5-1BC0-62761AADABF6}"/>
          </ac:picMkLst>
        </pc:picChg>
        <pc:picChg chg="add mod">
          <ac:chgData name="LAVANYA SINGH" userId="be9e0eaacd5033b1" providerId="LiveId" clId="{C313BEC5-BB04-4F2C-9796-79F4CA05FC3E}" dt="2023-12-13T18:33:05.825" v="9119" actId="1076"/>
          <ac:picMkLst>
            <pc:docMk/>
            <pc:sldMk cId="460900286" sldId="296"/>
            <ac:picMk id="7" creationId="{CE93140D-3D78-EA62-B52A-BE3C2F68349A}"/>
          </ac:picMkLst>
        </pc:picChg>
        <pc:picChg chg="add mod">
          <ac:chgData name="LAVANYA SINGH" userId="be9e0eaacd5033b1" providerId="LiveId" clId="{C313BEC5-BB04-4F2C-9796-79F4CA05FC3E}" dt="2023-12-13T18:08:24.710" v="8841" actId="1076"/>
          <ac:picMkLst>
            <pc:docMk/>
            <pc:sldMk cId="460900286" sldId="296"/>
            <ac:picMk id="11" creationId="{D664D19B-C4BA-391D-4377-EFA48E4D475B}"/>
          </ac:picMkLst>
        </pc:picChg>
      </pc:sldChg>
      <pc:sldChg chg="addSp delSp modSp new mod setBg">
        <pc:chgData name="LAVANYA SINGH" userId="be9e0eaacd5033b1" providerId="LiveId" clId="{C313BEC5-BB04-4F2C-9796-79F4CA05FC3E}" dt="2023-12-13T18:32:02.871" v="9103" actId="20577"/>
        <pc:sldMkLst>
          <pc:docMk/>
          <pc:sldMk cId="1510522773" sldId="297"/>
        </pc:sldMkLst>
        <pc:spChg chg="mod">
          <ac:chgData name="LAVANYA SINGH" userId="be9e0eaacd5033b1" providerId="LiveId" clId="{C313BEC5-BB04-4F2C-9796-79F4CA05FC3E}" dt="2023-12-13T18:32:02.871" v="9103" actId="20577"/>
          <ac:spMkLst>
            <pc:docMk/>
            <pc:sldMk cId="1510522773" sldId="297"/>
            <ac:spMk id="2" creationId="{D98B8EA9-344D-D341-4ADA-A33F1FE8E816}"/>
          </ac:spMkLst>
        </pc:spChg>
        <pc:spChg chg="del mod">
          <ac:chgData name="LAVANYA SINGH" userId="be9e0eaacd5033b1" providerId="LiveId" clId="{C313BEC5-BB04-4F2C-9796-79F4CA05FC3E}" dt="2023-12-13T18:10:13.450" v="8846" actId="478"/>
          <ac:spMkLst>
            <pc:docMk/>
            <pc:sldMk cId="1510522773" sldId="297"/>
            <ac:spMk id="3" creationId="{5157F77E-69AE-FB54-7462-B073A09857DB}"/>
          </ac:spMkLst>
        </pc:spChg>
        <pc:spChg chg="add">
          <ac:chgData name="LAVANYA SINGH" userId="be9e0eaacd5033b1" providerId="LiveId" clId="{C313BEC5-BB04-4F2C-9796-79F4CA05FC3E}" dt="2023-12-13T18:08:35.800" v="8843" actId="26606"/>
          <ac:spMkLst>
            <pc:docMk/>
            <pc:sldMk cId="1510522773" sldId="297"/>
            <ac:spMk id="8" creationId="{3558DB37-9FEE-48A2-8578-ED0401573943}"/>
          </ac:spMkLst>
        </pc:spChg>
        <pc:spChg chg="add">
          <ac:chgData name="LAVANYA SINGH" userId="be9e0eaacd5033b1" providerId="LiveId" clId="{C313BEC5-BB04-4F2C-9796-79F4CA05FC3E}" dt="2023-12-13T18:08:35.800" v="8843" actId="26606"/>
          <ac:spMkLst>
            <pc:docMk/>
            <pc:sldMk cId="1510522773" sldId="297"/>
            <ac:spMk id="10" creationId="{5F7FCCA6-00E2-4F74-A105-0D769872F243}"/>
          </ac:spMkLst>
        </pc:spChg>
        <pc:spChg chg="add">
          <ac:chgData name="LAVANYA SINGH" userId="be9e0eaacd5033b1" providerId="LiveId" clId="{C313BEC5-BB04-4F2C-9796-79F4CA05FC3E}" dt="2023-12-13T18:08:35.800" v="8843" actId="26606"/>
          <ac:spMkLst>
            <pc:docMk/>
            <pc:sldMk cId="1510522773" sldId="297"/>
            <ac:spMk id="12" creationId="{5E1ED12F-9F06-4B37-87B7-F98F52937F86}"/>
          </ac:spMkLst>
        </pc:spChg>
        <pc:picChg chg="add mod">
          <ac:chgData name="LAVANYA SINGH" userId="be9e0eaacd5033b1" providerId="LiveId" clId="{C313BEC5-BB04-4F2C-9796-79F4CA05FC3E}" dt="2023-12-13T18:31:56.542" v="9098" actId="14100"/>
          <ac:picMkLst>
            <pc:docMk/>
            <pc:sldMk cId="1510522773" sldId="297"/>
            <ac:picMk id="5" creationId="{FE8B0442-098D-0D6F-B215-413D0013EE3C}"/>
          </ac:picMkLst>
        </pc:picChg>
        <pc:picChg chg="add mod">
          <ac:chgData name="LAVANYA SINGH" userId="be9e0eaacd5033b1" providerId="LiveId" clId="{C313BEC5-BB04-4F2C-9796-79F4CA05FC3E}" dt="2023-12-13T18:32:00.335" v="9099" actId="1076"/>
          <ac:picMkLst>
            <pc:docMk/>
            <pc:sldMk cId="1510522773" sldId="297"/>
            <ac:picMk id="7" creationId="{7CD1EBCF-CDFA-3AB9-2AA8-FA547CBCC8A4}"/>
          </ac:picMkLst>
        </pc:picChg>
      </pc:sldChg>
      <pc:sldChg chg="addSp delSp modSp new mod setBg">
        <pc:chgData name="LAVANYA SINGH" userId="be9e0eaacd5033b1" providerId="LiveId" clId="{C313BEC5-BB04-4F2C-9796-79F4CA05FC3E}" dt="2023-12-13T18:32:08.095" v="9107" actId="20577"/>
        <pc:sldMkLst>
          <pc:docMk/>
          <pc:sldMk cId="3265564489" sldId="298"/>
        </pc:sldMkLst>
        <pc:spChg chg="mod">
          <ac:chgData name="LAVANYA SINGH" userId="be9e0eaacd5033b1" providerId="LiveId" clId="{C313BEC5-BB04-4F2C-9796-79F4CA05FC3E}" dt="2023-12-13T18:32:08.095" v="9107" actId="20577"/>
          <ac:spMkLst>
            <pc:docMk/>
            <pc:sldMk cId="3265564489" sldId="298"/>
            <ac:spMk id="2" creationId="{54368270-207A-210D-D1F3-D9A7C24EB142}"/>
          </ac:spMkLst>
        </pc:spChg>
        <pc:spChg chg="del mod">
          <ac:chgData name="LAVANYA SINGH" userId="be9e0eaacd5033b1" providerId="LiveId" clId="{C313BEC5-BB04-4F2C-9796-79F4CA05FC3E}" dt="2023-12-13T18:12:19.168" v="8861" actId="478"/>
          <ac:spMkLst>
            <pc:docMk/>
            <pc:sldMk cId="3265564489" sldId="298"/>
            <ac:spMk id="3" creationId="{76CE271C-351C-8862-7844-494F35E0B459}"/>
          </ac:spMkLst>
        </pc:spChg>
        <pc:spChg chg="add">
          <ac:chgData name="LAVANYA SINGH" userId="be9e0eaacd5033b1" providerId="LiveId" clId="{C313BEC5-BB04-4F2C-9796-79F4CA05FC3E}" dt="2023-12-13T18:11:39.064" v="8857" actId="26606"/>
          <ac:spMkLst>
            <pc:docMk/>
            <pc:sldMk cId="3265564489" sldId="298"/>
            <ac:spMk id="8" creationId="{3558DB37-9FEE-48A2-8578-ED0401573943}"/>
          </ac:spMkLst>
        </pc:spChg>
        <pc:spChg chg="add">
          <ac:chgData name="LAVANYA SINGH" userId="be9e0eaacd5033b1" providerId="LiveId" clId="{C313BEC5-BB04-4F2C-9796-79F4CA05FC3E}" dt="2023-12-13T18:11:39.064" v="8857" actId="26606"/>
          <ac:spMkLst>
            <pc:docMk/>
            <pc:sldMk cId="3265564489" sldId="298"/>
            <ac:spMk id="10" creationId="{5F7FCCA6-00E2-4F74-A105-0D769872F243}"/>
          </ac:spMkLst>
        </pc:spChg>
        <pc:spChg chg="add">
          <ac:chgData name="LAVANYA SINGH" userId="be9e0eaacd5033b1" providerId="LiveId" clId="{C313BEC5-BB04-4F2C-9796-79F4CA05FC3E}" dt="2023-12-13T18:11:39.064" v="8857" actId="26606"/>
          <ac:spMkLst>
            <pc:docMk/>
            <pc:sldMk cId="3265564489" sldId="298"/>
            <ac:spMk id="12" creationId="{5E1ED12F-9F06-4B37-87B7-F98F52937F86}"/>
          </ac:spMkLst>
        </pc:spChg>
        <pc:picChg chg="add mod">
          <ac:chgData name="LAVANYA SINGH" userId="be9e0eaacd5033b1" providerId="LiveId" clId="{C313BEC5-BB04-4F2C-9796-79F4CA05FC3E}" dt="2023-12-13T18:12:43.858" v="8872" actId="14100"/>
          <ac:picMkLst>
            <pc:docMk/>
            <pc:sldMk cId="3265564489" sldId="298"/>
            <ac:picMk id="5" creationId="{C3F9CD9D-3FD2-8934-5DD8-617B90631A33}"/>
          </ac:picMkLst>
        </pc:picChg>
        <pc:picChg chg="add mod">
          <ac:chgData name="LAVANYA SINGH" userId="be9e0eaacd5033b1" providerId="LiveId" clId="{C313BEC5-BB04-4F2C-9796-79F4CA05FC3E}" dt="2023-12-13T18:12:40.966" v="8871" actId="1076"/>
          <ac:picMkLst>
            <pc:docMk/>
            <pc:sldMk cId="3265564489" sldId="298"/>
            <ac:picMk id="7" creationId="{FB8521B9-FA8B-8D72-DD20-E5E1BAAC0469}"/>
          </ac:picMkLst>
        </pc:picChg>
      </pc:sldChg>
      <pc:sldChg chg="addSp delSp modSp new mod setBg">
        <pc:chgData name="LAVANYA SINGH" userId="be9e0eaacd5033b1" providerId="LiveId" clId="{C313BEC5-BB04-4F2C-9796-79F4CA05FC3E}" dt="2023-12-13T18:32:12.283" v="9111" actId="20577"/>
        <pc:sldMkLst>
          <pc:docMk/>
          <pc:sldMk cId="1540782460" sldId="299"/>
        </pc:sldMkLst>
        <pc:spChg chg="mod">
          <ac:chgData name="LAVANYA SINGH" userId="be9e0eaacd5033b1" providerId="LiveId" clId="{C313BEC5-BB04-4F2C-9796-79F4CA05FC3E}" dt="2023-12-13T18:32:12.283" v="9111" actId="20577"/>
          <ac:spMkLst>
            <pc:docMk/>
            <pc:sldMk cId="1540782460" sldId="299"/>
            <ac:spMk id="2" creationId="{9D04D05D-DF79-552A-9E80-494854087420}"/>
          </ac:spMkLst>
        </pc:spChg>
        <pc:spChg chg="del mod">
          <ac:chgData name="LAVANYA SINGH" userId="be9e0eaacd5033b1" providerId="LiveId" clId="{C313BEC5-BB04-4F2C-9796-79F4CA05FC3E}" dt="2023-12-13T18:14:24.448" v="8882" actId="478"/>
          <ac:spMkLst>
            <pc:docMk/>
            <pc:sldMk cId="1540782460" sldId="299"/>
            <ac:spMk id="3" creationId="{CA6BBA7E-DB1E-1A5B-B099-7B85082F1495}"/>
          </ac:spMkLst>
        </pc:spChg>
        <pc:spChg chg="add">
          <ac:chgData name="LAVANYA SINGH" userId="be9e0eaacd5033b1" providerId="LiveId" clId="{C313BEC5-BB04-4F2C-9796-79F4CA05FC3E}" dt="2023-12-13T18:13:36.674" v="8876" actId="26606"/>
          <ac:spMkLst>
            <pc:docMk/>
            <pc:sldMk cId="1540782460" sldId="299"/>
            <ac:spMk id="8" creationId="{3558DB37-9FEE-48A2-8578-ED0401573943}"/>
          </ac:spMkLst>
        </pc:spChg>
        <pc:spChg chg="add">
          <ac:chgData name="LAVANYA SINGH" userId="be9e0eaacd5033b1" providerId="LiveId" clId="{C313BEC5-BB04-4F2C-9796-79F4CA05FC3E}" dt="2023-12-13T18:13:36.674" v="8876" actId="26606"/>
          <ac:spMkLst>
            <pc:docMk/>
            <pc:sldMk cId="1540782460" sldId="299"/>
            <ac:spMk id="10" creationId="{5F7FCCA6-00E2-4F74-A105-0D769872F243}"/>
          </ac:spMkLst>
        </pc:spChg>
        <pc:spChg chg="add">
          <ac:chgData name="LAVANYA SINGH" userId="be9e0eaacd5033b1" providerId="LiveId" clId="{C313BEC5-BB04-4F2C-9796-79F4CA05FC3E}" dt="2023-12-13T18:13:36.674" v="8876" actId="26606"/>
          <ac:spMkLst>
            <pc:docMk/>
            <pc:sldMk cId="1540782460" sldId="299"/>
            <ac:spMk id="12" creationId="{5E1ED12F-9F06-4B37-87B7-F98F52937F86}"/>
          </ac:spMkLst>
        </pc:spChg>
        <pc:picChg chg="add del">
          <ac:chgData name="LAVANYA SINGH" userId="be9e0eaacd5033b1" providerId="LiveId" clId="{C313BEC5-BB04-4F2C-9796-79F4CA05FC3E}" dt="2023-12-13T18:13:35.015" v="8875" actId="478"/>
          <ac:picMkLst>
            <pc:docMk/>
            <pc:sldMk cId="1540782460" sldId="299"/>
            <ac:picMk id="5" creationId="{9BA1317F-4583-DBBB-0ADF-ACC2F005ABA1}"/>
          </ac:picMkLst>
        </pc:picChg>
        <pc:picChg chg="add mod">
          <ac:chgData name="LAVANYA SINGH" userId="be9e0eaacd5033b1" providerId="LiveId" clId="{C313BEC5-BB04-4F2C-9796-79F4CA05FC3E}" dt="2023-12-13T18:14:30.457" v="8884" actId="14100"/>
          <ac:picMkLst>
            <pc:docMk/>
            <pc:sldMk cId="1540782460" sldId="299"/>
            <ac:picMk id="7" creationId="{1B4E3647-E9C9-2FBA-B99D-EA71E22D08F5}"/>
          </ac:picMkLst>
        </pc:picChg>
        <pc:picChg chg="add mod">
          <ac:chgData name="LAVANYA SINGH" userId="be9e0eaacd5033b1" providerId="LiveId" clId="{C313BEC5-BB04-4F2C-9796-79F4CA05FC3E}" dt="2023-12-13T18:14:46.076" v="8892" actId="14100"/>
          <ac:picMkLst>
            <pc:docMk/>
            <pc:sldMk cId="1540782460" sldId="299"/>
            <ac:picMk id="11" creationId="{BA4EC054-AAEF-86C4-A654-734A5CB2C3EC}"/>
          </ac:picMkLst>
        </pc:picChg>
      </pc:sldChg>
      <pc:sldChg chg="addSp delSp modSp new mod setBg">
        <pc:chgData name="LAVANYA SINGH" userId="be9e0eaacd5033b1" providerId="LiveId" clId="{C313BEC5-BB04-4F2C-9796-79F4CA05FC3E}" dt="2023-12-13T18:32:20.313" v="9115" actId="20577"/>
        <pc:sldMkLst>
          <pc:docMk/>
          <pc:sldMk cId="2001506657" sldId="300"/>
        </pc:sldMkLst>
        <pc:spChg chg="mod">
          <ac:chgData name="LAVANYA SINGH" userId="be9e0eaacd5033b1" providerId="LiveId" clId="{C313BEC5-BB04-4F2C-9796-79F4CA05FC3E}" dt="2023-12-13T18:32:20.313" v="9115" actId="20577"/>
          <ac:spMkLst>
            <pc:docMk/>
            <pc:sldMk cId="2001506657" sldId="300"/>
            <ac:spMk id="2" creationId="{7199A704-C909-CFE1-66EF-3903E203305A}"/>
          </ac:spMkLst>
        </pc:spChg>
        <pc:spChg chg="del mod">
          <ac:chgData name="LAVANYA SINGH" userId="be9e0eaacd5033b1" providerId="LiveId" clId="{C313BEC5-BB04-4F2C-9796-79F4CA05FC3E}" dt="2023-12-13T18:17:42.607" v="8897" actId="478"/>
          <ac:spMkLst>
            <pc:docMk/>
            <pc:sldMk cId="2001506657" sldId="300"/>
            <ac:spMk id="3" creationId="{99CD511B-A101-F1CF-8628-F2E8E9F70668}"/>
          </ac:spMkLst>
        </pc:spChg>
        <pc:spChg chg="add">
          <ac:chgData name="LAVANYA SINGH" userId="be9e0eaacd5033b1" providerId="LiveId" clId="{C313BEC5-BB04-4F2C-9796-79F4CA05FC3E}" dt="2023-12-13T18:15:33.892" v="8894" actId="26606"/>
          <ac:spMkLst>
            <pc:docMk/>
            <pc:sldMk cId="2001506657" sldId="300"/>
            <ac:spMk id="8" creationId="{3558DB37-9FEE-48A2-8578-ED0401573943}"/>
          </ac:spMkLst>
        </pc:spChg>
        <pc:spChg chg="add">
          <ac:chgData name="LAVANYA SINGH" userId="be9e0eaacd5033b1" providerId="LiveId" clId="{C313BEC5-BB04-4F2C-9796-79F4CA05FC3E}" dt="2023-12-13T18:15:33.892" v="8894" actId="26606"/>
          <ac:spMkLst>
            <pc:docMk/>
            <pc:sldMk cId="2001506657" sldId="300"/>
            <ac:spMk id="10" creationId="{5F7FCCA6-00E2-4F74-A105-0D769872F243}"/>
          </ac:spMkLst>
        </pc:spChg>
        <pc:spChg chg="add">
          <ac:chgData name="LAVANYA SINGH" userId="be9e0eaacd5033b1" providerId="LiveId" clId="{C313BEC5-BB04-4F2C-9796-79F4CA05FC3E}" dt="2023-12-13T18:15:33.892" v="8894" actId="26606"/>
          <ac:spMkLst>
            <pc:docMk/>
            <pc:sldMk cId="2001506657" sldId="300"/>
            <ac:spMk id="12" creationId="{5E1ED12F-9F06-4B37-87B7-F98F52937F86}"/>
          </ac:spMkLst>
        </pc:spChg>
        <pc:picChg chg="add mod">
          <ac:chgData name="LAVANYA SINGH" userId="be9e0eaacd5033b1" providerId="LiveId" clId="{C313BEC5-BB04-4F2C-9796-79F4CA05FC3E}" dt="2023-12-13T18:17:50.519" v="8901" actId="14100"/>
          <ac:picMkLst>
            <pc:docMk/>
            <pc:sldMk cId="2001506657" sldId="300"/>
            <ac:picMk id="5" creationId="{17E379CE-8796-8735-F4C5-DE9AF77FDA1B}"/>
          </ac:picMkLst>
        </pc:picChg>
        <pc:picChg chg="add mod">
          <ac:chgData name="LAVANYA SINGH" userId="be9e0eaacd5033b1" providerId="LiveId" clId="{C313BEC5-BB04-4F2C-9796-79F4CA05FC3E}" dt="2023-12-13T18:17:59.623" v="8905" actId="1076"/>
          <ac:picMkLst>
            <pc:docMk/>
            <pc:sldMk cId="2001506657" sldId="300"/>
            <ac:picMk id="7" creationId="{CEDC196E-7E8D-9909-58A4-E944FAD88BEC}"/>
          </ac:picMkLst>
        </pc:picChg>
      </pc:sldChg>
      <pc:sldChg chg="addSp delSp modSp new mod setBg">
        <pc:chgData name="LAVANYA SINGH" userId="be9e0eaacd5033b1" providerId="LiveId" clId="{C313BEC5-BB04-4F2C-9796-79F4CA05FC3E}" dt="2023-12-13T18:27:15.715" v="9008" actId="20577"/>
        <pc:sldMkLst>
          <pc:docMk/>
          <pc:sldMk cId="390270905" sldId="301"/>
        </pc:sldMkLst>
        <pc:spChg chg="mod">
          <ac:chgData name="LAVANYA SINGH" userId="be9e0eaacd5033b1" providerId="LiveId" clId="{C313BEC5-BB04-4F2C-9796-79F4CA05FC3E}" dt="2023-12-13T18:27:15.715" v="9008" actId="20577"/>
          <ac:spMkLst>
            <pc:docMk/>
            <pc:sldMk cId="390270905" sldId="301"/>
            <ac:spMk id="2" creationId="{E29E2F5D-C13C-0C64-31B9-727FD2444F8D}"/>
          </ac:spMkLst>
        </pc:spChg>
        <pc:spChg chg="del mod">
          <ac:chgData name="LAVANYA SINGH" userId="be9e0eaacd5033b1" providerId="LiveId" clId="{C313BEC5-BB04-4F2C-9796-79F4CA05FC3E}" dt="2023-12-13T18:19:09.591" v="8910" actId="478"/>
          <ac:spMkLst>
            <pc:docMk/>
            <pc:sldMk cId="390270905" sldId="301"/>
            <ac:spMk id="3" creationId="{07A9AC7A-3FA7-CD2C-C08C-A18985BBE3F2}"/>
          </ac:spMkLst>
        </pc:spChg>
        <pc:spChg chg="add">
          <ac:chgData name="LAVANYA SINGH" userId="be9e0eaacd5033b1" providerId="LiveId" clId="{C313BEC5-BB04-4F2C-9796-79F4CA05FC3E}" dt="2023-12-13T18:18:13.284" v="8907" actId="26606"/>
          <ac:spMkLst>
            <pc:docMk/>
            <pc:sldMk cId="390270905" sldId="301"/>
            <ac:spMk id="8" creationId="{3558DB37-9FEE-48A2-8578-ED0401573943}"/>
          </ac:spMkLst>
        </pc:spChg>
        <pc:spChg chg="add">
          <ac:chgData name="LAVANYA SINGH" userId="be9e0eaacd5033b1" providerId="LiveId" clId="{C313BEC5-BB04-4F2C-9796-79F4CA05FC3E}" dt="2023-12-13T18:18:13.284" v="8907" actId="26606"/>
          <ac:spMkLst>
            <pc:docMk/>
            <pc:sldMk cId="390270905" sldId="301"/>
            <ac:spMk id="10" creationId="{5F7FCCA6-00E2-4F74-A105-0D769872F243}"/>
          </ac:spMkLst>
        </pc:spChg>
        <pc:spChg chg="add">
          <ac:chgData name="LAVANYA SINGH" userId="be9e0eaacd5033b1" providerId="LiveId" clId="{C313BEC5-BB04-4F2C-9796-79F4CA05FC3E}" dt="2023-12-13T18:18:13.284" v="8907" actId="26606"/>
          <ac:spMkLst>
            <pc:docMk/>
            <pc:sldMk cId="390270905" sldId="301"/>
            <ac:spMk id="12" creationId="{5E1ED12F-9F06-4B37-87B7-F98F52937F86}"/>
          </ac:spMkLst>
        </pc:spChg>
        <pc:picChg chg="add mod">
          <ac:chgData name="LAVANYA SINGH" userId="be9e0eaacd5033b1" providerId="LiveId" clId="{C313BEC5-BB04-4F2C-9796-79F4CA05FC3E}" dt="2023-12-13T18:19:18.173" v="8914" actId="14100"/>
          <ac:picMkLst>
            <pc:docMk/>
            <pc:sldMk cId="390270905" sldId="301"/>
            <ac:picMk id="5" creationId="{9D67588E-282C-73F4-3EFD-2893AF8C6447}"/>
          </ac:picMkLst>
        </pc:picChg>
        <pc:picChg chg="add mod">
          <ac:chgData name="LAVANYA SINGH" userId="be9e0eaacd5033b1" providerId="LiveId" clId="{C313BEC5-BB04-4F2C-9796-79F4CA05FC3E}" dt="2023-12-13T18:19:34.952" v="8922" actId="14100"/>
          <ac:picMkLst>
            <pc:docMk/>
            <pc:sldMk cId="390270905" sldId="301"/>
            <ac:picMk id="7" creationId="{AE954DC4-25C9-02F3-5E6B-61776911A17E}"/>
          </ac:picMkLst>
        </pc:picChg>
      </pc:sldChg>
      <pc:sldChg chg="addSp delSp modSp new mod ord setBg">
        <pc:chgData name="LAVANYA SINGH" userId="be9e0eaacd5033b1" providerId="LiveId" clId="{C313BEC5-BB04-4F2C-9796-79F4CA05FC3E}" dt="2023-12-13T18:27:09.046" v="9004" actId="20577"/>
        <pc:sldMkLst>
          <pc:docMk/>
          <pc:sldMk cId="4070748692" sldId="302"/>
        </pc:sldMkLst>
        <pc:spChg chg="mod">
          <ac:chgData name="LAVANYA SINGH" userId="be9e0eaacd5033b1" providerId="LiveId" clId="{C313BEC5-BB04-4F2C-9796-79F4CA05FC3E}" dt="2023-12-13T18:27:09.046" v="9004" actId="20577"/>
          <ac:spMkLst>
            <pc:docMk/>
            <pc:sldMk cId="4070748692" sldId="302"/>
            <ac:spMk id="2" creationId="{DDB3E0F5-850D-9229-367D-160A09EC994F}"/>
          </ac:spMkLst>
        </pc:spChg>
        <pc:spChg chg="del mod">
          <ac:chgData name="LAVANYA SINGH" userId="be9e0eaacd5033b1" providerId="LiveId" clId="{C313BEC5-BB04-4F2C-9796-79F4CA05FC3E}" dt="2023-12-13T18:20:54.020" v="8930" actId="478"/>
          <ac:spMkLst>
            <pc:docMk/>
            <pc:sldMk cId="4070748692" sldId="302"/>
            <ac:spMk id="3" creationId="{48FE5EF8-E616-4240-56B9-DC7A268131E1}"/>
          </ac:spMkLst>
        </pc:spChg>
        <pc:spChg chg="add">
          <ac:chgData name="LAVANYA SINGH" userId="be9e0eaacd5033b1" providerId="LiveId" clId="{C313BEC5-BB04-4F2C-9796-79F4CA05FC3E}" dt="2023-12-13T18:20:33.811" v="8926" actId="26606"/>
          <ac:spMkLst>
            <pc:docMk/>
            <pc:sldMk cId="4070748692" sldId="302"/>
            <ac:spMk id="8" creationId="{3558DB37-9FEE-48A2-8578-ED0401573943}"/>
          </ac:spMkLst>
        </pc:spChg>
        <pc:spChg chg="add">
          <ac:chgData name="LAVANYA SINGH" userId="be9e0eaacd5033b1" providerId="LiveId" clId="{C313BEC5-BB04-4F2C-9796-79F4CA05FC3E}" dt="2023-12-13T18:20:33.811" v="8926" actId="26606"/>
          <ac:spMkLst>
            <pc:docMk/>
            <pc:sldMk cId="4070748692" sldId="302"/>
            <ac:spMk id="10" creationId="{5F7FCCA6-00E2-4F74-A105-0D769872F243}"/>
          </ac:spMkLst>
        </pc:spChg>
        <pc:spChg chg="add">
          <ac:chgData name="LAVANYA SINGH" userId="be9e0eaacd5033b1" providerId="LiveId" clId="{C313BEC5-BB04-4F2C-9796-79F4CA05FC3E}" dt="2023-12-13T18:20:33.811" v="8926" actId="26606"/>
          <ac:spMkLst>
            <pc:docMk/>
            <pc:sldMk cId="4070748692" sldId="302"/>
            <ac:spMk id="12" creationId="{5E1ED12F-9F06-4B37-87B7-F98F52937F86}"/>
          </ac:spMkLst>
        </pc:spChg>
        <pc:picChg chg="add mod">
          <ac:chgData name="LAVANYA SINGH" userId="be9e0eaacd5033b1" providerId="LiveId" clId="{C313BEC5-BB04-4F2C-9796-79F4CA05FC3E}" dt="2023-12-13T18:21:39.486" v="8938" actId="14100"/>
          <ac:picMkLst>
            <pc:docMk/>
            <pc:sldMk cId="4070748692" sldId="302"/>
            <ac:picMk id="5" creationId="{FBF43230-595E-95C6-BD08-C7D2D3A6F884}"/>
          </ac:picMkLst>
        </pc:picChg>
        <pc:picChg chg="add mod">
          <ac:chgData name="LAVANYA SINGH" userId="be9e0eaacd5033b1" providerId="LiveId" clId="{C313BEC5-BB04-4F2C-9796-79F4CA05FC3E}" dt="2023-12-13T18:21:35.701" v="8937" actId="1076"/>
          <ac:picMkLst>
            <pc:docMk/>
            <pc:sldMk cId="4070748692" sldId="302"/>
            <ac:picMk id="7" creationId="{6611C44E-BC70-C60F-E4BD-453528A40DC5}"/>
          </ac:picMkLst>
        </pc:picChg>
      </pc:sldChg>
      <pc:sldChg chg="addSp delSp modSp new mod setBg">
        <pc:chgData name="LAVANYA SINGH" userId="be9e0eaacd5033b1" providerId="LiveId" clId="{C313BEC5-BB04-4F2C-9796-79F4CA05FC3E}" dt="2023-12-13T18:27:03.293" v="9000" actId="20577"/>
        <pc:sldMkLst>
          <pc:docMk/>
          <pc:sldMk cId="320754383" sldId="303"/>
        </pc:sldMkLst>
        <pc:spChg chg="mod">
          <ac:chgData name="LAVANYA SINGH" userId="be9e0eaacd5033b1" providerId="LiveId" clId="{C313BEC5-BB04-4F2C-9796-79F4CA05FC3E}" dt="2023-12-13T18:27:03.293" v="9000" actId="20577"/>
          <ac:spMkLst>
            <pc:docMk/>
            <pc:sldMk cId="320754383" sldId="303"/>
            <ac:spMk id="2" creationId="{E2684321-618F-7CB6-9F5A-55AA7CE125F5}"/>
          </ac:spMkLst>
        </pc:spChg>
        <pc:spChg chg="del mod">
          <ac:chgData name="LAVANYA SINGH" userId="be9e0eaacd5033b1" providerId="LiveId" clId="{C313BEC5-BB04-4F2C-9796-79F4CA05FC3E}" dt="2023-12-13T18:22:37.261" v="8943" actId="478"/>
          <ac:spMkLst>
            <pc:docMk/>
            <pc:sldMk cId="320754383" sldId="303"/>
            <ac:spMk id="3" creationId="{68C62829-CA6C-0ADD-3891-39DAD30963DF}"/>
          </ac:spMkLst>
        </pc:spChg>
        <pc:spChg chg="add">
          <ac:chgData name="LAVANYA SINGH" userId="be9e0eaacd5033b1" providerId="LiveId" clId="{C313BEC5-BB04-4F2C-9796-79F4CA05FC3E}" dt="2023-12-13T18:21:48.920" v="8940" actId="26606"/>
          <ac:spMkLst>
            <pc:docMk/>
            <pc:sldMk cId="320754383" sldId="303"/>
            <ac:spMk id="8" creationId="{3558DB37-9FEE-48A2-8578-ED0401573943}"/>
          </ac:spMkLst>
        </pc:spChg>
        <pc:spChg chg="add">
          <ac:chgData name="LAVANYA SINGH" userId="be9e0eaacd5033b1" providerId="LiveId" clId="{C313BEC5-BB04-4F2C-9796-79F4CA05FC3E}" dt="2023-12-13T18:21:48.920" v="8940" actId="26606"/>
          <ac:spMkLst>
            <pc:docMk/>
            <pc:sldMk cId="320754383" sldId="303"/>
            <ac:spMk id="10" creationId="{5F7FCCA6-00E2-4F74-A105-0D769872F243}"/>
          </ac:spMkLst>
        </pc:spChg>
        <pc:spChg chg="add">
          <ac:chgData name="LAVANYA SINGH" userId="be9e0eaacd5033b1" providerId="LiveId" clId="{C313BEC5-BB04-4F2C-9796-79F4CA05FC3E}" dt="2023-12-13T18:21:48.920" v="8940" actId="26606"/>
          <ac:spMkLst>
            <pc:docMk/>
            <pc:sldMk cId="320754383" sldId="303"/>
            <ac:spMk id="12" creationId="{5E1ED12F-9F06-4B37-87B7-F98F52937F86}"/>
          </ac:spMkLst>
        </pc:spChg>
        <pc:picChg chg="add mod">
          <ac:chgData name="LAVANYA SINGH" userId="be9e0eaacd5033b1" providerId="LiveId" clId="{C313BEC5-BB04-4F2C-9796-79F4CA05FC3E}" dt="2023-12-13T18:23:21.993" v="8950" actId="14100"/>
          <ac:picMkLst>
            <pc:docMk/>
            <pc:sldMk cId="320754383" sldId="303"/>
            <ac:picMk id="5" creationId="{9A8239F6-840C-6176-E099-CD9DDAC6A500}"/>
          </ac:picMkLst>
        </pc:picChg>
        <pc:picChg chg="add mod">
          <ac:chgData name="LAVANYA SINGH" userId="be9e0eaacd5033b1" providerId="LiveId" clId="{C313BEC5-BB04-4F2C-9796-79F4CA05FC3E}" dt="2023-12-13T18:23:18.646" v="8949" actId="1076"/>
          <ac:picMkLst>
            <pc:docMk/>
            <pc:sldMk cId="320754383" sldId="303"/>
            <ac:picMk id="7" creationId="{8B4B6F71-9354-33BD-0C58-524D8DB7CDBE}"/>
          </ac:picMkLst>
        </pc:picChg>
      </pc:sldChg>
      <pc:sldChg chg="addSp delSp modSp new mod setBg">
        <pc:chgData name="LAVANYA SINGH" userId="be9e0eaacd5033b1" providerId="LiveId" clId="{C313BEC5-BB04-4F2C-9796-79F4CA05FC3E}" dt="2023-12-13T18:26:58.752" v="8996" actId="20577"/>
        <pc:sldMkLst>
          <pc:docMk/>
          <pc:sldMk cId="220647403" sldId="304"/>
        </pc:sldMkLst>
        <pc:spChg chg="mod">
          <ac:chgData name="LAVANYA SINGH" userId="be9e0eaacd5033b1" providerId="LiveId" clId="{C313BEC5-BB04-4F2C-9796-79F4CA05FC3E}" dt="2023-12-13T18:26:58.752" v="8996" actId="20577"/>
          <ac:spMkLst>
            <pc:docMk/>
            <pc:sldMk cId="220647403" sldId="304"/>
            <ac:spMk id="2" creationId="{D54FDF64-3ABF-F8E0-8840-D541DA55A097}"/>
          </ac:spMkLst>
        </pc:spChg>
        <pc:spChg chg="del mod">
          <ac:chgData name="LAVANYA SINGH" userId="be9e0eaacd5033b1" providerId="LiveId" clId="{C313BEC5-BB04-4F2C-9796-79F4CA05FC3E}" dt="2023-12-13T18:24:02.756" v="8955" actId="478"/>
          <ac:spMkLst>
            <pc:docMk/>
            <pc:sldMk cId="220647403" sldId="304"/>
            <ac:spMk id="3" creationId="{3876F0C6-FA33-FC50-0BCF-078C06B32E13}"/>
          </ac:spMkLst>
        </pc:spChg>
        <pc:spChg chg="add">
          <ac:chgData name="LAVANYA SINGH" userId="be9e0eaacd5033b1" providerId="LiveId" clId="{C313BEC5-BB04-4F2C-9796-79F4CA05FC3E}" dt="2023-12-13T18:23:33.301" v="8952" actId="26606"/>
          <ac:spMkLst>
            <pc:docMk/>
            <pc:sldMk cId="220647403" sldId="304"/>
            <ac:spMk id="8" creationId="{3558DB37-9FEE-48A2-8578-ED0401573943}"/>
          </ac:spMkLst>
        </pc:spChg>
        <pc:spChg chg="add">
          <ac:chgData name="LAVANYA SINGH" userId="be9e0eaacd5033b1" providerId="LiveId" clId="{C313BEC5-BB04-4F2C-9796-79F4CA05FC3E}" dt="2023-12-13T18:23:33.301" v="8952" actId="26606"/>
          <ac:spMkLst>
            <pc:docMk/>
            <pc:sldMk cId="220647403" sldId="304"/>
            <ac:spMk id="10" creationId="{5F7FCCA6-00E2-4F74-A105-0D769872F243}"/>
          </ac:spMkLst>
        </pc:spChg>
        <pc:spChg chg="add">
          <ac:chgData name="LAVANYA SINGH" userId="be9e0eaacd5033b1" providerId="LiveId" clId="{C313BEC5-BB04-4F2C-9796-79F4CA05FC3E}" dt="2023-12-13T18:23:33.301" v="8952" actId="26606"/>
          <ac:spMkLst>
            <pc:docMk/>
            <pc:sldMk cId="220647403" sldId="304"/>
            <ac:spMk id="12" creationId="{5E1ED12F-9F06-4B37-87B7-F98F52937F86}"/>
          </ac:spMkLst>
        </pc:spChg>
        <pc:picChg chg="add mod">
          <ac:chgData name="LAVANYA SINGH" userId="be9e0eaacd5033b1" providerId="LiveId" clId="{C313BEC5-BB04-4F2C-9796-79F4CA05FC3E}" dt="2023-12-13T18:24:52.990" v="8964" actId="14100"/>
          <ac:picMkLst>
            <pc:docMk/>
            <pc:sldMk cId="220647403" sldId="304"/>
            <ac:picMk id="5" creationId="{8D0C0C7F-30AB-FBF0-F898-5C654C1449AE}"/>
          </ac:picMkLst>
        </pc:picChg>
        <pc:picChg chg="add mod">
          <ac:chgData name="LAVANYA SINGH" userId="be9e0eaacd5033b1" providerId="LiveId" clId="{C313BEC5-BB04-4F2C-9796-79F4CA05FC3E}" dt="2023-12-13T18:24:58.023" v="8966" actId="14100"/>
          <ac:picMkLst>
            <pc:docMk/>
            <pc:sldMk cId="220647403" sldId="304"/>
            <ac:picMk id="7" creationId="{944F3284-EB5B-009F-2267-381DBFF41BCD}"/>
          </ac:picMkLst>
        </pc:picChg>
      </pc:sldChg>
      <pc:sldChg chg="addSp delSp modSp new mod setBg">
        <pc:chgData name="LAVANYA SINGH" userId="be9e0eaacd5033b1" providerId="LiveId" clId="{C313BEC5-BB04-4F2C-9796-79F4CA05FC3E}" dt="2023-12-13T18:26:53.945" v="8992" actId="20577"/>
        <pc:sldMkLst>
          <pc:docMk/>
          <pc:sldMk cId="2069162327" sldId="305"/>
        </pc:sldMkLst>
        <pc:spChg chg="mod">
          <ac:chgData name="LAVANYA SINGH" userId="be9e0eaacd5033b1" providerId="LiveId" clId="{C313BEC5-BB04-4F2C-9796-79F4CA05FC3E}" dt="2023-12-13T18:26:53.945" v="8992" actId="20577"/>
          <ac:spMkLst>
            <pc:docMk/>
            <pc:sldMk cId="2069162327" sldId="305"/>
            <ac:spMk id="2" creationId="{9770EBBE-9D69-B7AA-B408-4DB9EA87D059}"/>
          </ac:spMkLst>
        </pc:spChg>
        <pc:spChg chg="del mod">
          <ac:chgData name="LAVANYA SINGH" userId="be9e0eaacd5033b1" providerId="LiveId" clId="{C313BEC5-BB04-4F2C-9796-79F4CA05FC3E}" dt="2023-12-13T18:25:55.005" v="8973" actId="478"/>
          <ac:spMkLst>
            <pc:docMk/>
            <pc:sldMk cId="2069162327" sldId="305"/>
            <ac:spMk id="3" creationId="{17C15F83-50F9-1A80-820B-35C80D9192ED}"/>
          </ac:spMkLst>
        </pc:spChg>
        <pc:spChg chg="add">
          <ac:chgData name="LAVANYA SINGH" userId="be9e0eaacd5033b1" providerId="LiveId" clId="{C313BEC5-BB04-4F2C-9796-79F4CA05FC3E}" dt="2023-12-13T18:25:18.096" v="8968" actId="26606"/>
          <ac:spMkLst>
            <pc:docMk/>
            <pc:sldMk cId="2069162327" sldId="305"/>
            <ac:spMk id="8" creationId="{3558DB37-9FEE-48A2-8578-ED0401573943}"/>
          </ac:spMkLst>
        </pc:spChg>
        <pc:spChg chg="add">
          <ac:chgData name="LAVANYA SINGH" userId="be9e0eaacd5033b1" providerId="LiveId" clId="{C313BEC5-BB04-4F2C-9796-79F4CA05FC3E}" dt="2023-12-13T18:25:18.096" v="8968" actId="26606"/>
          <ac:spMkLst>
            <pc:docMk/>
            <pc:sldMk cId="2069162327" sldId="305"/>
            <ac:spMk id="10" creationId="{5F7FCCA6-00E2-4F74-A105-0D769872F243}"/>
          </ac:spMkLst>
        </pc:spChg>
        <pc:spChg chg="add">
          <ac:chgData name="LAVANYA SINGH" userId="be9e0eaacd5033b1" providerId="LiveId" clId="{C313BEC5-BB04-4F2C-9796-79F4CA05FC3E}" dt="2023-12-13T18:25:18.096" v="8968" actId="26606"/>
          <ac:spMkLst>
            <pc:docMk/>
            <pc:sldMk cId="2069162327" sldId="305"/>
            <ac:spMk id="12" creationId="{5E1ED12F-9F06-4B37-87B7-F98F52937F86}"/>
          </ac:spMkLst>
        </pc:spChg>
        <pc:picChg chg="add mod">
          <ac:chgData name="LAVANYA SINGH" userId="be9e0eaacd5033b1" providerId="LiveId" clId="{C313BEC5-BB04-4F2C-9796-79F4CA05FC3E}" dt="2023-12-13T18:26:50.937" v="8988" actId="14100"/>
          <ac:picMkLst>
            <pc:docMk/>
            <pc:sldMk cId="2069162327" sldId="305"/>
            <ac:picMk id="5" creationId="{26FBBEF8-5D7B-0999-6C1C-2C39DC54F592}"/>
          </ac:picMkLst>
        </pc:picChg>
        <pc:picChg chg="add mod">
          <ac:chgData name="LAVANYA SINGH" userId="be9e0eaacd5033b1" providerId="LiveId" clId="{C313BEC5-BB04-4F2C-9796-79F4CA05FC3E}" dt="2023-12-13T18:26:45.372" v="8986" actId="14100"/>
          <ac:picMkLst>
            <pc:docMk/>
            <pc:sldMk cId="2069162327" sldId="305"/>
            <ac:picMk id="7" creationId="{A7EE231A-2DCD-B552-7798-23E14C54AF97}"/>
          </ac:picMkLst>
        </pc:picChg>
      </pc:sldChg>
      <pc:sldChg chg="addSp delSp modSp new mod setBg">
        <pc:chgData name="LAVANYA SINGH" userId="be9e0eaacd5033b1" providerId="LiveId" clId="{C313BEC5-BB04-4F2C-9796-79F4CA05FC3E}" dt="2023-12-13T18:31:00.362" v="9070" actId="14100"/>
        <pc:sldMkLst>
          <pc:docMk/>
          <pc:sldMk cId="1613914156" sldId="306"/>
        </pc:sldMkLst>
        <pc:spChg chg="mod">
          <ac:chgData name="LAVANYA SINGH" userId="be9e0eaacd5033b1" providerId="LiveId" clId="{C313BEC5-BB04-4F2C-9796-79F4CA05FC3E}" dt="2023-12-13T18:30:05.337" v="9053" actId="20577"/>
          <ac:spMkLst>
            <pc:docMk/>
            <pc:sldMk cId="1613914156" sldId="306"/>
            <ac:spMk id="2" creationId="{D28B62E2-161E-8DA1-C4EC-5A1395869063}"/>
          </ac:spMkLst>
        </pc:spChg>
        <pc:spChg chg="del mod">
          <ac:chgData name="LAVANYA SINGH" userId="be9e0eaacd5033b1" providerId="LiveId" clId="{C313BEC5-BB04-4F2C-9796-79F4CA05FC3E}" dt="2023-12-13T18:30:15.958" v="9055"/>
          <ac:spMkLst>
            <pc:docMk/>
            <pc:sldMk cId="1613914156" sldId="306"/>
            <ac:spMk id="3" creationId="{434B0DDE-2763-EB79-5826-EA394A3FFE21}"/>
          </ac:spMkLst>
        </pc:spChg>
        <pc:spChg chg="add">
          <ac:chgData name="LAVANYA SINGH" userId="be9e0eaacd5033b1" providerId="LiveId" clId="{C313BEC5-BB04-4F2C-9796-79F4CA05FC3E}" dt="2023-12-13T18:30:02.650" v="9049" actId="26606"/>
          <ac:spMkLst>
            <pc:docMk/>
            <pc:sldMk cId="1613914156" sldId="306"/>
            <ac:spMk id="8" creationId="{3558DB37-9FEE-48A2-8578-ED0401573943}"/>
          </ac:spMkLst>
        </pc:spChg>
        <pc:spChg chg="add">
          <ac:chgData name="LAVANYA SINGH" userId="be9e0eaacd5033b1" providerId="LiveId" clId="{C313BEC5-BB04-4F2C-9796-79F4CA05FC3E}" dt="2023-12-13T18:30:02.650" v="9049" actId="26606"/>
          <ac:spMkLst>
            <pc:docMk/>
            <pc:sldMk cId="1613914156" sldId="306"/>
            <ac:spMk id="10" creationId="{5F7FCCA6-00E2-4F74-A105-0D769872F243}"/>
          </ac:spMkLst>
        </pc:spChg>
        <pc:spChg chg="add">
          <ac:chgData name="LAVANYA SINGH" userId="be9e0eaacd5033b1" providerId="LiveId" clId="{C313BEC5-BB04-4F2C-9796-79F4CA05FC3E}" dt="2023-12-13T18:30:02.650" v="9049" actId="26606"/>
          <ac:spMkLst>
            <pc:docMk/>
            <pc:sldMk cId="1613914156" sldId="306"/>
            <ac:spMk id="12" creationId="{5E1ED12F-9F06-4B37-87B7-F98F52937F86}"/>
          </ac:spMkLst>
        </pc:spChg>
        <pc:picChg chg="add mod">
          <ac:chgData name="LAVANYA SINGH" userId="be9e0eaacd5033b1" providerId="LiveId" clId="{C313BEC5-BB04-4F2C-9796-79F4CA05FC3E}" dt="2023-12-13T18:31:00.362" v="9070" actId="14100"/>
          <ac:picMkLst>
            <pc:docMk/>
            <pc:sldMk cId="1613914156" sldId="306"/>
            <ac:picMk id="4" creationId="{CD86EBEB-0532-9938-C627-48533AC13684}"/>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hyperlink" Target="https://www.kaggle.com/datasets/nancyalaswad90/breast-cancer-dataset" TargetMode="Externa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kaggle.com/datasets/nancyalaswad90/breast-cancer-dataset" TargetMode="External"/><Relationship Id="rId7" Type="http://schemas.openxmlformats.org/officeDocument/2006/relationships/image" Target="../media/image9.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59EC63-16E2-4D64-98A6-AD1C2B7EBDD6}"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731CA79-3181-4EE2-B48D-3C393DBBEE13}">
      <dgm:prSet/>
      <dgm:spPr/>
      <dgm:t>
        <a:bodyPr/>
        <a:lstStyle/>
        <a:p>
          <a:r>
            <a:rPr lang="en-US" b="0" dirty="0">
              <a:solidFill>
                <a:schemeClr val="tx1"/>
              </a:solidFill>
            </a:rPr>
            <a:t>Breast cancer is one of the most prevalent illness among females. One out of  every eight women has breast cancer. </a:t>
          </a:r>
        </a:p>
      </dgm:t>
    </dgm:pt>
    <dgm:pt modelId="{FAA0786D-E194-4100-A966-F9F3F1F894A3}" type="parTrans" cxnId="{6DB122EC-D0E0-4BF7-B894-D7AB14DE5484}">
      <dgm:prSet/>
      <dgm:spPr/>
      <dgm:t>
        <a:bodyPr/>
        <a:lstStyle/>
        <a:p>
          <a:endParaRPr lang="en-US"/>
        </a:p>
      </dgm:t>
    </dgm:pt>
    <dgm:pt modelId="{9F7B121E-6594-4FA8-B941-3281771061AF}" type="sibTrans" cxnId="{6DB122EC-D0E0-4BF7-B894-D7AB14DE5484}">
      <dgm:prSet/>
      <dgm:spPr/>
      <dgm:t>
        <a:bodyPr/>
        <a:lstStyle/>
        <a:p>
          <a:endParaRPr lang="en-US"/>
        </a:p>
      </dgm:t>
    </dgm:pt>
    <dgm:pt modelId="{5E6DE708-DA36-4273-BE38-7326B0CEAB5C}">
      <dgm:prSet/>
      <dgm:spPr/>
      <dgm:t>
        <a:bodyPr/>
        <a:lstStyle/>
        <a:p>
          <a:r>
            <a:rPr lang="en-US" dirty="0">
              <a:solidFill>
                <a:schemeClr val="tx1"/>
              </a:solidFill>
            </a:rPr>
            <a:t>With the exception of skin cancers breast cancer is the most frequent malignancy among Canadian women. For Canadian women, it is the second most common cause of cancer-related mortality. Men can also get breast cancer however it is rare.</a:t>
          </a:r>
        </a:p>
      </dgm:t>
    </dgm:pt>
    <dgm:pt modelId="{B5F61BD7-8443-4DDD-AB1C-17B1B0ECF95D}" type="parTrans" cxnId="{876DC5C2-7CF0-4497-BA1A-4A4B62998E13}">
      <dgm:prSet/>
      <dgm:spPr/>
      <dgm:t>
        <a:bodyPr/>
        <a:lstStyle/>
        <a:p>
          <a:endParaRPr lang="en-US"/>
        </a:p>
      </dgm:t>
    </dgm:pt>
    <dgm:pt modelId="{A1833928-9B41-4EE4-A5F5-3FA27C9818A9}" type="sibTrans" cxnId="{876DC5C2-7CF0-4497-BA1A-4A4B62998E13}">
      <dgm:prSet/>
      <dgm:spPr/>
      <dgm:t>
        <a:bodyPr/>
        <a:lstStyle/>
        <a:p>
          <a:endParaRPr lang="en-US"/>
        </a:p>
      </dgm:t>
    </dgm:pt>
    <dgm:pt modelId="{B4303D37-BD47-477E-B3AC-746A8E25C90F}">
      <dgm:prSet/>
      <dgm:spPr/>
      <dgm:t>
        <a:bodyPr/>
        <a:lstStyle/>
        <a:p>
          <a:r>
            <a:rPr lang="en-US">
              <a:solidFill>
                <a:schemeClr val="tx1"/>
              </a:solidFill>
            </a:rPr>
            <a:t>While the majority of cases of breast cancer are benign, some are malignant (cancerous). Therefore, it is necessary to identify whether breast cancer is malignant or not.</a:t>
          </a:r>
          <a:endParaRPr lang="en-US" dirty="0">
            <a:solidFill>
              <a:schemeClr val="tx1"/>
            </a:solidFill>
          </a:endParaRPr>
        </a:p>
      </dgm:t>
    </dgm:pt>
    <dgm:pt modelId="{8D3A78E4-C271-4AD5-AC31-695D3FAF0CE8}" type="parTrans" cxnId="{F2B90CF3-77B6-4B1A-84B7-A6D1B89F7D87}">
      <dgm:prSet/>
      <dgm:spPr/>
      <dgm:t>
        <a:bodyPr/>
        <a:lstStyle/>
        <a:p>
          <a:endParaRPr lang="en-US"/>
        </a:p>
      </dgm:t>
    </dgm:pt>
    <dgm:pt modelId="{8B3953B9-02E9-4389-917F-C552EC659BA4}" type="sibTrans" cxnId="{F2B90CF3-77B6-4B1A-84B7-A6D1B89F7D87}">
      <dgm:prSet/>
      <dgm:spPr/>
      <dgm:t>
        <a:bodyPr/>
        <a:lstStyle/>
        <a:p>
          <a:endParaRPr lang="en-US"/>
        </a:p>
      </dgm:t>
    </dgm:pt>
    <dgm:pt modelId="{D1941446-3315-47FD-AC66-57BF5B990096}">
      <dgm:prSet/>
      <dgm:spPr/>
      <dgm:t>
        <a:bodyPr/>
        <a:lstStyle/>
        <a:p>
          <a:r>
            <a:rPr lang="en-IN" dirty="0">
              <a:solidFill>
                <a:schemeClr val="tx1"/>
              </a:solidFill>
            </a:rPr>
            <a:t>Hence early diagnosis of Breast Cancer and ability to predict that cancer is malignant(cancerous) or benign(non-cancerous) is  of utmost importance as it improves the survival and life expectancy of the effected woman </a:t>
          </a:r>
          <a:endParaRPr lang="en-US" dirty="0">
            <a:solidFill>
              <a:schemeClr val="tx1"/>
            </a:solidFill>
          </a:endParaRPr>
        </a:p>
      </dgm:t>
    </dgm:pt>
    <dgm:pt modelId="{D437D1B5-CF29-469F-A839-FF0801C87389}" type="parTrans" cxnId="{2D8D4DE2-698C-43C6-9EF2-083AAB65136D}">
      <dgm:prSet/>
      <dgm:spPr/>
      <dgm:t>
        <a:bodyPr/>
        <a:lstStyle/>
        <a:p>
          <a:endParaRPr lang="en-US"/>
        </a:p>
      </dgm:t>
    </dgm:pt>
    <dgm:pt modelId="{517ADB88-84F4-44E7-9984-BFAC0A57B62C}" type="sibTrans" cxnId="{2D8D4DE2-698C-43C6-9EF2-083AAB65136D}">
      <dgm:prSet/>
      <dgm:spPr/>
      <dgm:t>
        <a:bodyPr/>
        <a:lstStyle/>
        <a:p>
          <a:endParaRPr lang="en-US"/>
        </a:p>
      </dgm:t>
    </dgm:pt>
    <dgm:pt modelId="{E255DEAB-B3FA-4861-B5AE-5336EDABF737}" type="pres">
      <dgm:prSet presAssocID="{9159EC63-16E2-4D64-98A6-AD1C2B7EBDD6}" presName="linear" presStyleCnt="0">
        <dgm:presLayoutVars>
          <dgm:animLvl val="lvl"/>
          <dgm:resizeHandles val="exact"/>
        </dgm:presLayoutVars>
      </dgm:prSet>
      <dgm:spPr/>
    </dgm:pt>
    <dgm:pt modelId="{9598F39F-C559-40EB-81C5-4F1578CAA7A0}" type="pres">
      <dgm:prSet presAssocID="{6731CA79-3181-4EE2-B48D-3C393DBBEE13}" presName="parentText" presStyleLbl="node1" presStyleIdx="0" presStyleCnt="4">
        <dgm:presLayoutVars>
          <dgm:chMax val="0"/>
          <dgm:bulletEnabled val="1"/>
        </dgm:presLayoutVars>
      </dgm:prSet>
      <dgm:spPr/>
    </dgm:pt>
    <dgm:pt modelId="{96E0307C-2BB2-4757-8451-62D9A2A5F4F7}" type="pres">
      <dgm:prSet presAssocID="{9F7B121E-6594-4FA8-B941-3281771061AF}" presName="spacer" presStyleCnt="0"/>
      <dgm:spPr/>
    </dgm:pt>
    <dgm:pt modelId="{4CCDE3FC-D934-425C-B86F-5066030162C4}" type="pres">
      <dgm:prSet presAssocID="{5E6DE708-DA36-4273-BE38-7326B0CEAB5C}" presName="parentText" presStyleLbl="node1" presStyleIdx="1" presStyleCnt="4">
        <dgm:presLayoutVars>
          <dgm:chMax val="0"/>
          <dgm:bulletEnabled val="1"/>
        </dgm:presLayoutVars>
      </dgm:prSet>
      <dgm:spPr/>
    </dgm:pt>
    <dgm:pt modelId="{3924209B-21F8-4413-8413-C6F28235EC56}" type="pres">
      <dgm:prSet presAssocID="{A1833928-9B41-4EE4-A5F5-3FA27C9818A9}" presName="spacer" presStyleCnt="0"/>
      <dgm:spPr/>
    </dgm:pt>
    <dgm:pt modelId="{61E97E4D-3C7D-4893-ACCC-7C9C80FB25B8}" type="pres">
      <dgm:prSet presAssocID="{B4303D37-BD47-477E-B3AC-746A8E25C90F}" presName="parentText" presStyleLbl="node1" presStyleIdx="2" presStyleCnt="4">
        <dgm:presLayoutVars>
          <dgm:chMax val="0"/>
          <dgm:bulletEnabled val="1"/>
        </dgm:presLayoutVars>
      </dgm:prSet>
      <dgm:spPr/>
    </dgm:pt>
    <dgm:pt modelId="{3BDFDD8F-846C-4590-8BF7-5AC17C68D37E}" type="pres">
      <dgm:prSet presAssocID="{8B3953B9-02E9-4389-917F-C552EC659BA4}" presName="spacer" presStyleCnt="0"/>
      <dgm:spPr/>
    </dgm:pt>
    <dgm:pt modelId="{1981AC66-CDCA-441F-8A7F-9BD84D21B81C}" type="pres">
      <dgm:prSet presAssocID="{D1941446-3315-47FD-AC66-57BF5B990096}" presName="parentText" presStyleLbl="node1" presStyleIdx="3" presStyleCnt="4">
        <dgm:presLayoutVars>
          <dgm:chMax val="0"/>
          <dgm:bulletEnabled val="1"/>
        </dgm:presLayoutVars>
      </dgm:prSet>
      <dgm:spPr/>
    </dgm:pt>
  </dgm:ptLst>
  <dgm:cxnLst>
    <dgm:cxn modelId="{6D92AD3D-48D7-4F62-B2D7-93574CF270F2}" type="presOf" srcId="{9159EC63-16E2-4D64-98A6-AD1C2B7EBDD6}" destId="{E255DEAB-B3FA-4861-B5AE-5336EDABF737}" srcOrd="0" destOrd="0" presId="urn:microsoft.com/office/officeart/2005/8/layout/vList2"/>
    <dgm:cxn modelId="{1CD00143-38D9-4C34-8250-163E53FC38E2}" type="presOf" srcId="{B4303D37-BD47-477E-B3AC-746A8E25C90F}" destId="{61E97E4D-3C7D-4893-ACCC-7C9C80FB25B8}" srcOrd="0" destOrd="0" presId="urn:microsoft.com/office/officeart/2005/8/layout/vList2"/>
    <dgm:cxn modelId="{8B5D4AAA-CADC-4885-A0B0-420104EC7991}" type="presOf" srcId="{6731CA79-3181-4EE2-B48D-3C393DBBEE13}" destId="{9598F39F-C559-40EB-81C5-4F1578CAA7A0}" srcOrd="0" destOrd="0" presId="urn:microsoft.com/office/officeart/2005/8/layout/vList2"/>
    <dgm:cxn modelId="{876DC5C2-7CF0-4497-BA1A-4A4B62998E13}" srcId="{9159EC63-16E2-4D64-98A6-AD1C2B7EBDD6}" destId="{5E6DE708-DA36-4273-BE38-7326B0CEAB5C}" srcOrd="1" destOrd="0" parTransId="{B5F61BD7-8443-4DDD-AB1C-17B1B0ECF95D}" sibTransId="{A1833928-9B41-4EE4-A5F5-3FA27C9818A9}"/>
    <dgm:cxn modelId="{51553CCC-A1A9-46F0-AD30-218DAA306F4B}" type="presOf" srcId="{5E6DE708-DA36-4273-BE38-7326B0CEAB5C}" destId="{4CCDE3FC-D934-425C-B86F-5066030162C4}" srcOrd="0" destOrd="0" presId="urn:microsoft.com/office/officeart/2005/8/layout/vList2"/>
    <dgm:cxn modelId="{014F60DF-D748-43BF-9E88-7A85F4361AF3}" type="presOf" srcId="{D1941446-3315-47FD-AC66-57BF5B990096}" destId="{1981AC66-CDCA-441F-8A7F-9BD84D21B81C}" srcOrd="0" destOrd="0" presId="urn:microsoft.com/office/officeart/2005/8/layout/vList2"/>
    <dgm:cxn modelId="{2D8D4DE2-698C-43C6-9EF2-083AAB65136D}" srcId="{9159EC63-16E2-4D64-98A6-AD1C2B7EBDD6}" destId="{D1941446-3315-47FD-AC66-57BF5B990096}" srcOrd="3" destOrd="0" parTransId="{D437D1B5-CF29-469F-A839-FF0801C87389}" sibTransId="{517ADB88-84F4-44E7-9984-BFAC0A57B62C}"/>
    <dgm:cxn modelId="{6DB122EC-D0E0-4BF7-B894-D7AB14DE5484}" srcId="{9159EC63-16E2-4D64-98A6-AD1C2B7EBDD6}" destId="{6731CA79-3181-4EE2-B48D-3C393DBBEE13}" srcOrd="0" destOrd="0" parTransId="{FAA0786D-E194-4100-A966-F9F3F1F894A3}" sibTransId="{9F7B121E-6594-4FA8-B941-3281771061AF}"/>
    <dgm:cxn modelId="{F2B90CF3-77B6-4B1A-84B7-A6D1B89F7D87}" srcId="{9159EC63-16E2-4D64-98A6-AD1C2B7EBDD6}" destId="{B4303D37-BD47-477E-B3AC-746A8E25C90F}" srcOrd="2" destOrd="0" parTransId="{8D3A78E4-C271-4AD5-AC31-695D3FAF0CE8}" sibTransId="{8B3953B9-02E9-4389-917F-C552EC659BA4}"/>
    <dgm:cxn modelId="{809643DD-31B8-405F-8983-4E0593F6F488}" type="presParOf" srcId="{E255DEAB-B3FA-4861-B5AE-5336EDABF737}" destId="{9598F39F-C559-40EB-81C5-4F1578CAA7A0}" srcOrd="0" destOrd="0" presId="urn:microsoft.com/office/officeart/2005/8/layout/vList2"/>
    <dgm:cxn modelId="{8AD14D37-FBFB-47A2-9E8F-BEE2AB94D9B5}" type="presParOf" srcId="{E255DEAB-B3FA-4861-B5AE-5336EDABF737}" destId="{96E0307C-2BB2-4757-8451-62D9A2A5F4F7}" srcOrd="1" destOrd="0" presId="urn:microsoft.com/office/officeart/2005/8/layout/vList2"/>
    <dgm:cxn modelId="{5DA5E440-5D3E-4F9A-851B-7FEFB12D6450}" type="presParOf" srcId="{E255DEAB-B3FA-4861-B5AE-5336EDABF737}" destId="{4CCDE3FC-D934-425C-B86F-5066030162C4}" srcOrd="2" destOrd="0" presId="urn:microsoft.com/office/officeart/2005/8/layout/vList2"/>
    <dgm:cxn modelId="{77A0CD1F-57B3-4D31-AF80-9505402BFE62}" type="presParOf" srcId="{E255DEAB-B3FA-4861-B5AE-5336EDABF737}" destId="{3924209B-21F8-4413-8413-C6F28235EC56}" srcOrd="3" destOrd="0" presId="urn:microsoft.com/office/officeart/2005/8/layout/vList2"/>
    <dgm:cxn modelId="{7D6A224E-F51A-4F81-A025-32BC50A8C17C}" type="presParOf" srcId="{E255DEAB-B3FA-4861-B5AE-5336EDABF737}" destId="{61E97E4D-3C7D-4893-ACCC-7C9C80FB25B8}" srcOrd="4" destOrd="0" presId="urn:microsoft.com/office/officeart/2005/8/layout/vList2"/>
    <dgm:cxn modelId="{7B6C36A9-3B70-4E75-82D7-D91706EE07C6}" type="presParOf" srcId="{E255DEAB-B3FA-4861-B5AE-5336EDABF737}" destId="{3BDFDD8F-846C-4590-8BF7-5AC17C68D37E}" srcOrd="5" destOrd="0" presId="urn:microsoft.com/office/officeart/2005/8/layout/vList2"/>
    <dgm:cxn modelId="{220BE388-9F6D-4637-827A-4EB1AA0224FB}" type="presParOf" srcId="{E255DEAB-B3FA-4861-B5AE-5336EDABF737}" destId="{1981AC66-CDCA-441F-8A7F-9BD84D21B81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DEF411-07E3-40A2-8810-13F6F0BD70A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C2C2BA5-AA25-4E27-9D93-B286ADC84CBF}">
      <dgm:prSet/>
      <dgm:spPr/>
      <dgm:t>
        <a:bodyPr/>
        <a:lstStyle/>
        <a:p>
          <a:pPr>
            <a:lnSpc>
              <a:spcPct val="100000"/>
            </a:lnSpc>
          </a:pPr>
          <a:r>
            <a:rPr lang="en-IN" dirty="0"/>
            <a:t>Dataset have taken from Kaggle website:-</a:t>
          </a:r>
          <a:r>
            <a:rPr lang="en-IN" dirty="0">
              <a:hlinkClick xmlns:r="http://schemas.openxmlformats.org/officeDocument/2006/relationships" r:id="rId1"/>
            </a:rPr>
            <a:t>https://www.kaggle.com/datasets/nancyalaswad90/breast-cancer-dataset</a:t>
          </a:r>
          <a:endParaRPr lang="en-US" dirty="0"/>
        </a:p>
      </dgm:t>
    </dgm:pt>
    <dgm:pt modelId="{25030383-D77D-4426-985B-19BF4A4DA14D}" type="parTrans" cxnId="{2C3F8032-F2B4-40B2-9917-66B1DB64375E}">
      <dgm:prSet/>
      <dgm:spPr/>
      <dgm:t>
        <a:bodyPr/>
        <a:lstStyle/>
        <a:p>
          <a:endParaRPr lang="en-US"/>
        </a:p>
      </dgm:t>
    </dgm:pt>
    <dgm:pt modelId="{9115F87E-2B12-43BA-BD6C-57354D4F9C49}" type="sibTrans" cxnId="{2C3F8032-F2B4-40B2-9917-66B1DB64375E}">
      <dgm:prSet/>
      <dgm:spPr/>
      <dgm:t>
        <a:bodyPr/>
        <a:lstStyle/>
        <a:p>
          <a:endParaRPr lang="en-US"/>
        </a:p>
      </dgm:t>
    </dgm:pt>
    <dgm:pt modelId="{2FB2ADD2-FDD8-481E-AE9C-EDBA6700FAEB}">
      <dgm:prSet/>
      <dgm:spPr/>
      <dgm:t>
        <a:bodyPr/>
        <a:lstStyle/>
        <a:p>
          <a:pPr>
            <a:lnSpc>
              <a:spcPct val="100000"/>
            </a:lnSpc>
          </a:pPr>
          <a:r>
            <a:rPr lang="en-IN"/>
            <a:t>This dataset consists of 33 attributes which are x variables and two y variables  as M(Malignant) and B(Benign)</a:t>
          </a:r>
          <a:endParaRPr lang="en-US"/>
        </a:p>
      </dgm:t>
    </dgm:pt>
    <dgm:pt modelId="{5B781E28-7B13-4769-875B-60669E982354}" type="parTrans" cxnId="{E515725F-63BD-4371-9AA9-4670966CDE7E}">
      <dgm:prSet/>
      <dgm:spPr/>
      <dgm:t>
        <a:bodyPr/>
        <a:lstStyle/>
        <a:p>
          <a:endParaRPr lang="en-US"/>
        </a:p>
      </dgm:t>
    </dgm:pt>
    <dgm:pt modelId="{3D3072A6-96F4-433B-BBCB-E540A843C230}" type="sibTrans" cxnId="{E515725F-63BD-4371-9AA9-4670966CDE7E}">
      <dgm:prSet/>
      <dgm:spPr/>
      <dgm:t>
        <a:bodyPr/>
        <a:lstStyle/>
        <a:p>
          <a:endParaRPr lang="en-US"/>
        </a:p>
      </dgm:t>
    </dgm:pt>
    <dgm:pt modelId="{42C0988D-8FAC-40FC-9981-44BCBFA66E6E}">
      <dgm:prSet/>
      <dgm:spPr/>
      <dgm:t>
        <a:bodyPr/>
        <a:lstStyle/>
        <a:p>
          <a:pPr>
            <a:lnSpc>
              <a:spcPct val="100000"/>
            </a:lnSpc>
          </a:pPr>
          <a:r>
            <a:rPr lang="en-IN" dirty="0"/>
            <a:t>There are 570 rows and 33 columns in the data set </a:t>
          </a:r>
          <a:endParaRPr lang="en-US" dirty="0"/>
        </a:p>
      </dgm:t>
    </dgm:pt>
    <dgm:pt modelId="{D0A0C184-AC0C-40CE-8AB2-13A2529397DE}" type="parTrans" cxnId="{A35E6A73-23EB-4CB6-8483-971A46113A51}">
      <dgm:prSet/>
      <dgm:spPr/>
      <dgm:t>
        <a:bodyPr/>
        <a:lstStyle/>
        <a:p>
          <a:endParaRPr lang="en-US"/>
        </a:p>
      </dgm:t>
    </dgm:pt>
    <dgm:pt modelId="{89490C67-13A6-4C47-87C4-FBFF9840F5C3}" type="sibTrans" cxnId="{A35E6A73-23EB-4CB6-8483-971A46113A51}">
      <dgm:prSet/>
      <dgm:spPr/>
      <dgm:t>
        <a:bodyPr/>
        <a:lstStyle/>
        <a:p>
          <a:endParaRPr lang="en-US"/>
        </a:p>
      </dgm:t>
    </dgm:pt>
    <dgm:pt modelId="{C637E50D-41C4-42FC-ADF4-5AE8F90BD087}">
      <dgm:prSet/>
      <dgm:spPr/>
      <dgm:t>
        <a:bodyPr/>
        <a:lstStyle/>
        <a:p>
          <a:pPr>
            <a:lnSpc>
              <a:spcPct val="100000"/>
            </a:lnSpc>
          </a:pPr>
          <a:r>
            <a:rPr lang="en-IN" dirty="0"/>
            <a:t>Breast cancer Wisconsin(diagnostic) database  was taken from open-source  site Kaggle .This dataset we can help diagnose patients and predict the likelihood of a breast cancer(malignant)</a:t>
          </a:r>
          <a:endParaRPr lang="en-US" dirty="0"/>
        </a:p>
      </dgm:t>
    </dgm:pt>
    <dgm:pt modelId="{741B7690-CCD3-421E-ABBB-F4AEB4A76727}" type="parTrans" cxnId="{E5C7EAA9-D407-438B-9E2D-918C9668D1B7}">
      <dgm:prSet/>
      <dgm:spPr/>
      <dgm:t>
        <a:bodyPr/>
        <a:lstStyle/>
        <a:p>
          <a:endParaRPr lang="en-US"/>
        </a:p>
      </dgm:t>
    </dgm:pt>
    <dgm:pt modelId="{0B043266-830D-4829-BB30-DC215C30761F}" type="sibTrans" cxnId="{E5C7EAA9-D407-438B-9E2D-918C9668D1B7}">
      <dgm:prSet/>
      <dgm:spPr/>
      <dgm:t>
        <a:bodyPr/>
        <a:lstStyle/>
        <a:p>
          <a:endParaRPr lang="en-US"/>
        </a:p>
      </dgm:t>
    </dgm:pt>
    <dgm:pt modelId="{D7EA1448-46ED-499B-8C0F-B9969DC17B51}">
      <dgm:prSet/>
      <dgm:spPr/>
      <dgm:t>
        <a:bodyPr/>
        <a:lstStyle/>
        <a:p>
          <a:pPr>
            <a:lnSpc>
              <a:spcPct val="100000"/>
            </a:lnSpc>
          </a:pPr>
          <a:r>
            <a:rPr lang="en-IN" dirty="0"/>
            <a:t>The x variable are 33 attributes like radius ,texture ,perimeter ,area smoothness etc.</a:t>
          </a:r>
          <a:endParaRPr lang="en-US" dirty="0"/>
        </a:p>
      </dgm:t>
    </dgm:pt>
    <dgm:pt modelId="{9FEB5AEE-C396-490C-B2A8-30556A239F6D}" type="parTrans" cxnId="{58601D5A-3B0B-4F0A-990B-54063DE65FB2}">
      <dgm:prSet/>
      <dgm:spPr/>
      <dgm:t>
        <a:bodyPr/>
        <a:lstStyle/>
        <a:p>
          <a:endParaRPr lang="en-US"/>
        </a:p>
      </dgm:t>
    </dgm:pt>
    <dgm:pt modelId="{63A25D58-BAF9-48AF-949C-EF7A01406E35}" type="sibTrans" cxnId="{58601D5A-3B0B-4F0A-990B-54063DE65FB2}">
      <dgm:prSet/>
      <dgm:spPr/>
      <dgm:t>
        <a:bodyPr/>
        <a:lstStyle/>
        <a:p>
          <a:endParaRPr lang="en-US"/>
        </a:p>
      </dgm:t>
    </dgm:pt>
    <dgm:pt modelId="{B3B0696B-8159-4D5D-9A09-BB233F65742B}" type="pres">
      <dgm:prSet presAssocID="{21DEF411-07E3-40A2-8810-13F6F0BD70A0}" presName="root" presStyleCnt="0">
        <dgm:presLayoutVars>
          <dgm:dir/>
          <dgm:resizeHandles val="exact"/>
        </dgm:presLayoutVars>
      </dgm:prSet>
      <dgm:spPr/>
    </dgm:pt>
    <dgm:pt modelId="{935AF750-1D7D-49CE-AC7A-8A6DDB292E04}" type="pres">
      <dgm:prSet presAssocID="{8C2C2BA5-AA25-4E27-9D93-B286ADC84CBF}" presName="compNode" presStyleCnt="0"/>
      <dgm:spPr/>
    </dgm:pt>
    <dgm:pt modelId="{DA0CFE53-92B3-46F1-A6FC-1ECB7D1A735C}" type="pres">
      <dgm:prSet presAssocID="{8C2C2BA5-AA25-4E27-9D93-B286ADC84CBF}" presName="bgRect" presStyleLbl="bgShp" presStyleIdx="0" presStyleCnt="5"/>
      <dgm:spPr/>
    </dgm:pt>
    <dgm:pt modelId="{7B9E9C81-963C-442F-870F-70D5F90D8FD3}" type="pres">
      <dgm:prSet presAssocID="{8C2C2BA5-AA25-4E27-9D93-B286ADC84CBF}" presName="iconRect" presStyleLbl="node1" presStyleIdx="0" presStyleCnt="5"/>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55F3017C-14CB-468F-95A3-4364755A04A9}" type="pres">
      <dgm:prSet presAssocID="{8C2C2BA5-AA25-4E27-9D93-B286ADC84CBF}" presName="spaceRect" presStyleCnt="0"/>
      <dgm:spPr/>
    </dgm:pt>
    <dgm:pt modelId="{22DEEE6E-D2DF-4871-B4D7-25FBE1E820CC}" type="pres">
      <dgm:prSet presAssocID="{8C2C2BA5-AA25-4E27-9D93-B286ADC84CBF}" presName="parTx" presStyleLbl="revTx" presStyleIdx="0" presStyleCnt="5">
        <dgm:presLayoutVars>
          <dgm:chMax val="0"/>
          <dgm:chPref val="0"/>
        </dgm:presLayoutVars>
      </dgm:prSet>
      <dgm:spPr/>
    </dgm:pt>
    <dgm:pt modelId="{4BD9D65B-CDBD-4402-85B3-9672806BFD57}" type="pres">
      <dgm:prSet presAssocID="{9115F87E-2B12-43BA-BD6C-57354D4F9C49}" presName="sibTrans" presStyleCnt="0"/>
      <dgm:spPr/>
    </dgm:pt>
    <dgm:pt modelId="{7930C0E6-D5E3-4710-8C40-B0D51CD91565}" type="pres">
      <dgm:prSet presAssocID="{2FB2ADD2-FDD8-481E-AE9C-EDBA6700FAEB}" presName="compNode" presStyleCnt="0"/>
      <dgm:spPr/>
    </dgm:pt>
    <dgm:pt modelId="{7109B06D-1F16-4CF9-BD3B-390E70493918}" type="pres">
      <dgm:prSet presAssocID="{2FB2ADD2-FDD8-481E-AE9C-EDBA6700FAEB}" presName="bgRect" presStyleLbl="bgShp" presStyleIdx="1" presStyleCnt="5"/>
      <dgm:spPr/>
    </dgm:pt>
    <dgm:pt modelId="{B5BAFD0E-29E9-46BD-AB07-0AA88A82EA3E}" type="pres">
      <dgm:prSet presAssocID="{2FB2ADD2-FDD8-481E-AE9C-EDBA6700FAEB}" presName="iconRect" presStyleLbl="node1" presStyleIdx="1" presStyleCnt="5"/>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3975AC2B-7A76-44EC-82D4-9F9AAAC06ADA}" type="pres">
      <dgm:prSet presAssocID="{2FB2ADD2-FDD8-481E-AE9C-EDBA6700FAEB}" presName="spaceRect" presStyleCnt="0"/>
      <dgm:spPr/>
    </dgm:pt>
    <dgm:pt modelId="{C7BC56DB-8728-4DA0-BD52-2F46ABE91D81}" type="pres">
      <dgm:prSet presAssocID="{2FB2ADD2-FDD8-481E-AE9C-EDBA6700FAEB}" presName="parTx" presStyleLbl="revTx" presStyleIdx="1" presStyleCnt="5">
        <dgm:presLayoutVars>
          <dgm:chMax val="0"/>
          <dgm:chPref val="0"/>
        </dgm:presLayoutVars>
      </dgm:prSet>
      <dgm:spPr/>
    </dgm:pt>
    <dgm:pt modelId="{E74A534F-9291-4190-8E0F-17B2178253A6}" type="pres">
      <dgm:prSet presAssocID="{3D3072A6-96F4-433B-BBCB-E540A843C230}" presName="sibTrans" presStyleCnt="0"/>
      <dgm:spPr/>
    </dgm:pt>
    <dgm:pt modelId="{B00C5AE3-E7DF-42AB-9AA3-51170BC5C96B}" type="pres">
      <dgm:prSet presAssocID="{42C0988D-8FAC-40FC-9981-44BCBFA66E6E}" presName="compNode" presStyleCnt="0"/>
      <dgm:spPr/>
    </dgm:pt>
    <dgm:pt modelId="{FFC16198-DBA8-42F5-B4D3-40598E4C4C6B}" type="pres">
      <dgm:prSet presAssocID="{42C0988D-8FAC-40FC-9981-44BCBFA66E6E}" presName="bgRect" presStyleLbl="bgShp" presStyleIdx="2" presStyleCnt="5"/>
      <dgm:spPr/>
    </dgm:pt>
    <dgm:pt modelId="{C54D0A93-ECDC-4537-9ABD-A62D1502CE2F}" type="pres">
      <dgm:prSet presAssocID="{42C0988D-8FAC-40FC-9981-44BCBFA66E6E}" presName="iconRect" presStyleLbl="node1" presStyleIdx="2" presStyleCnt="5"/>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Table"/>
        </a:ext>
      </dgm:extLst>
    </dgm:pt>
    <dgm:pt modelId="{BD69875D-6C74-4543-A6AD-3636600761D7}" type="pres">
      <dgm:prSet presAssocID="{42C0988D-8FAC-40FC-9981-44BCBFA66E6E}" presName="spaceRect" presStyleCnt="0"/>
      <dgm:spPr/>
    </dgm:pt>
    <dgm:pt modelId="{0CFEA1E9-B059-4F6D-8EB5-98F98968485F}" type="pres">
      <dgm:prSet presAssocID="{42C0988D-8FAC-40FC-9981-44BCBFA66E6E}" presName="parTx" presStyleLbl="revTx" presStyleIdx="2" presStyleCnt="5">
        <dgm:presLayoutVars>
          <dgm:chMax val="0"/>
          <dgm:chPref val="0"/>
        </dgm:presLayoutVars>
      </dgm:prSet>
      <dgm:spPr/>
    </dgm:pt>
    <dgm:pt modelId="{9BB6BD64-161E-4CDD-B9A0-DDF053F797ED}" type="pres">
      <dgm:prSet presAssocID="{89490C67-13A6-4C47-87C4-FBFF9840F5C3}" presName="sibTrans" presStyleCnt="0"/>
      <dgm:spPr/>
    </dgm:pt>
    <dgm:pt modelId="{6C72AE67-D69E-46B9-A25E-DDD2D2848BE2}" type="pres">
      <dgm:prSet presAssocID="{C637E50D-41C4-42FC-ADF4-5AE8F90BD087}" presName="compNode" presStyleCnt="0"/>
      <dgm:spPr/>
    </dgm:pt>
    <dgm:pt modelId="{5F8001D1-497A-463C-8636-43BCAE63CCCF}" type="pres">
      <dgm:prSet presAssocID="{C637E50D-41C4-42FC-ADF4-5AE8F90BD087}" presName="bgRect" presStyleLbl="bgShp" presStyleIdx="3" presStyleCnt="5"/>
      <dgm:spPr/>
    </dgm:pt>
    <dgm:pt modelId="{95952942-D6C6-422D-B46E-DDAC5EA84492}" type="pres">
      <dgm:prSet presAssocID="{C637E50D-41C4-42FC-ADF4-5AE8F90BD087}" presName="iconRect" presStyleLbl="node1" presStyleIdx="3" presStyleCnt="5"/>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Microscope"/>
        </a:ext>
      </dgm:extLst>
    </dgm:pt>
    <dgm:pt modelId="{6392F76C-D436-4E52-A22A-A4BC2D1B38AC}" type="pres">
      <dgm:prSet presAssocID="{C637E50D-41C4-42FC-ADF4-5AE8F90BD087}" presName="spaceRect" presStyleCnt="0"/>
      <dgm:spPr/>
    </dgm:pt>
    <dgm:pt modelId="{6C4D3BB4-86B8-4D2C-87E3-C136F8FA668D}" type="pres">
      <dgm:prSet presAssocID="{C637E50D-41C4-42FC-ADF4-5AE8F90BD087}" presName="parTx" presStyleLbl="revTx" presStyleIdx="3" presStyleCnt="5">
        <dgm:presLayoutVars>
          <dgm:chMax val="0"/>
          <dgm:chPref val="0"/>
        </dgm:presLayoutVars>
      </dgm:prSet>
      <dgm:spPr/>
    </dgm:pt>
    <dgm:pt modelId="{8AD333DA-95DE-467B-A7E8-06A3E009507B}" type="pres">
      <dgm:prSet presAssocID="{0B043266-830D-4829-BB30-DC215C30761F}" presName="sibTrans" presStyleCnt="0"/>
      <dgm:spPr/>
    </dgm:pt>
    <dgm:pt modelId="{DD2058DD-68A3-4447-8BC8-72178680FCA7}" type="pres">
      <dgm:prSet presAssocID="{D7EA1448-46ED-499B-8C0F-B9969DC17B51}" presName="compNode" presStyleCnt="0"/>
      <dgm:spPr/>
    </dgm:pt>
    <dgm:pt modelId="{9C9E0A89-62FE-48E6-B016-296351E0EDF3}" type="pres">
      <dgm:prSet presAssocID="{D7EA1448-46ED-499B-8C0F-B9969DC17B51}" presName="bgRect" presStyleLbl="bgShp" presStyleIdx="4" presStyleCnt="5" custLinFactNeighborX="1235" custLinFactNeighborY="8932"/>
      <dgm:spPr/>
    </dgm:pt>
    <dgm:pt modelId="{149688DD-6004-4592-87E1-592598AD1C1A}" type="pres">
      <dgm:prSet presAssocID="{D7EA1448-46ED-499B-8C0F-B9969DC17B51}" presName="iconRect" presStyleLbl="node1" presStyleIdx="4" presStyleCnt="5"/>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Drawing Compass"/>
        </a:ext>
      </dgm:extLst>
    </dgm:pt>
    <dgm:pt modelId="{1B8D33DD-C265-40A9-8438-AD78DC989E8E}" type="pres">
      <dgm:prSet presAssocID="{D7EA1448-46ED-499B-8C0F-B9969DC17B51}" presName="spaceRect" presStyleCnt="0"/>
      <dgm:spPr/>
    </dgm:pt>
    <dgm:pt modelId="{74350938-1230-444E-A082-5A021A4149B9}" type="pres">
      <dgm:prSet presAssocID="{D7EA1448-46ED-499B-8C0F-B9969DC17B51}" presName="parTx" presStyleLbl="revTx" presStyleIdx="4" presStyleCnt="5">
        <dgm:presLayoutVars>
          <dgm:chMax val="0"/>
          <dgm:chPref val="0"/>
        </dgm:presLayoutVars>
      </dgm:prSet>
      <dgm:spPr/>
    </dgm:pt>
  </dgm:ptLst>
  <dgm:cxnLst>
    <dgm:cxn modelId="{2C3F8032-F2B4-40B2-9917-66B1DB64375E}" srcId="{21DEF411-07E3-40A2-8810-13F6F0BD70A0}" destId="{8C2C2BA5-AA25-4E27-9D93-B286ADC84CBF}" srcOrd="0" destOrd="0" parTransId="{25030383-D77D-4426-985B-19BF4A4DA14D}" sibTransId="{9115F87E-2B12-43BA-BD6C-57354D4F9C49}"/>
    <dgm:cxn modelId="{B1BEBA32-1C73-41F8-8EAB-5A98E44C2486}" type="presOf" srcId="{8C2C2BA5-AA25-4E27-9D93-B286ADC84CBF}" destId="{22DEEE6E-D2DF-4871-B4D7-25FBE1E820CC}" srcOrd="0" destOrd="0" presId="urn:microsoft.com/office/officeart/2018/2/layout/IconVerticalSolidList"/>
    <dgm:cxn modelId="{849B815C-3396-4568-9F7D-76C35F937BA0}" type="presOf" srcId="{2FB2ADD2-FDD8-481E-AE9C-EDBA6700FAEB}" destId="{C7BC56DB-8728-4DA0-BD52-2F46ABE91D81}" srcOrd="0" destOrd="0" presId="urn:microsoft.com/office/officeart/2018/2/layout/IconVerticalSolidList"/>
    <dgm:cxn modelId="{E515725F-63BD-4371-9AA9-4670966CDE7E}" srcId="{21DEF411-07E3-40A2-8810-13F6F0BD70A0}" destId="{2FB2ADD2-FDD8-481E-AE9C-EDBA6700FAEB}" srcOrd="1" destOrd="0" parTransId="{5B781E28-7B13-4769-875B-60669E982354}" sibTransId="{3D3072A6-96F4-433B-BBCB-E540A843C230}"/>
    <dgm:cxn modelId="{76051364-4809-433C-8747-6D27E18B2E5D}" type="presOf" srcId="{C637E50D-41C4-42FC-ADF4-5AE8F90BD087}" destId="{6C4D3BB4-86B8-4D2C-87E3-C136F8FA668D}" srcOrd="0" destOrd="0" presId="urn:microsoft.com/office/officeart/2018/2/layout/IconVerticalSolidList"/>
    <dgm:cxn modelId="{2869DF64-EE78-4E30-8928-66297E9988CD}" type="presOf" srcId="{21DEF411-07E3-40A2-8810-13F6F0BD70A0}" destId="{B3B0696B-8159-4D5D-9A09-BB233F65742B}" srcOrd="0" destOrd="0" presId="urn:microsoft.com/office/officeart/2018/2/layout/IconVerticalSolidList"/>
    <dgm:cxn modelId="{A35E6A73-23EB-4CB6-8483-971A46113A51}" srcId="{21DEF411-07E3-40A2-8810-13F6F0BD70A0}" destId="{42C0988D-8FAC-40FC-9981-44BCBFA66E6E}" srcOrd="2" destOrd="0" parTransId="{D0A0C184-AC0C-40CE-8AB2-13A2529397DE}" sibTransId="{89490C67-13A6-4C47-87C4-FBFF9840F5C3}"/>
    <dgm:cxn modelId="{58601D5A-3B0B-4F0A-990B-54063DE65FB2}" srcId="{21DEF411-07E3-40A2-8810-13F6F0BD70A0}" destId="{D7EA1448-46ED-499B-8C0F-B9969DC17B51}" srcOrd="4" destOrd="0" parTransId="{9FEB5AEE-C396-490C-B2A8-30556A239F6D}" sibTransId="{63A25D58-BAF9-48AF-949C-EF7A01406E35}"/>
    <dgm:cxn modelId="{E5C7EAA9-D407-438B-9E2D-918C9668D1B7}" srcId="{21DEF411-07E3-40A2-8810-13F6F0BD70A0}" destId="{C637E50D-41C4-42FC-ADF4-5AE8F90BD087}" srcOrd="3" destOrd="0" parTransId="{741B7690-CCD3-421E-ABBB-F4AEB4A76727}" sibTransId="{0B043266-830D-4829-BB30-DC215C30761F}"/>
    <dgm:cxn modelId="{3CC279BF-958E-4261-97A1-DA99370B17D3}" type="presOf" srcId="{42C0988D-8FAC-40FC-9981-44BCBFA66E6E}" destId="{0CFEA1E9-B059-4F6D-8EB5-98F98968485F}" srcOrd="0" destOrd="0" presId="urn:microsoft.com/office/officeart/2018/2/layout/IconVerticalSolidList"/>
    <dgm:cxn modelId="{FCFC52EF-04C8-4AC9-A43B-6C64C9898F0F}" type="presOf" srcId="{D7EA1448-46ED-499B-8C0F-B9969DC17B51}" destId="{74350938-1230-444E-A082-5A021A4149B9}" srcOrd="0" destOrd="0" presId="urn:microsoft.com/office/officeart/2018/2/layout/IconVerticalSolidList"/>
    <dgm:cxn modelId="{3616FEF6-8AFC-4CBD-B92A-D52A51046AA1}" type="presParOf" srcId="{B3B0696B-8159-4D5D-9A09-BB233F65742B}" destId="{935AF750-1D7D-49CE-AC7A-8A6DDB292E04}" srcOrd="0" destOrd="0" presId="urn:microsoft.com/office/officeart/2018/2/layout/IconVerticalSolidList"/>
    <dgm:cxn modelId="{30704358-9638-49DB-B9B0-3D50F63A7C9E}" type="presParOf" srcId="{935AF750-1D7D-49CE-AC7A-8A6DDB292E04}" destId="{DA0CFE53-92B3-46F1-A6FC-1ECB7D1A735C}" srcOrd="0" destOrd="0" presId="urn:microsoft.com/office/officeart/2018/2/layout/IconVerticalSolidList"/>
    <dgm:cxn modelId="{69329CED-B069-466B-8456-99F04F5C9F14}" type="presParOf" srcId="{935AF750-1D7D-49CE-AC7A-8A6DDB292E04}" destId="{7B9E9C81-963C-442F-870F-70D5F90D8FD3}" srcOrd="1" destOrd="0" presId="urn:microsoft.com/office/officeart/2018/2/layout/IconVerticalSolidList"/>
    <dgm:cxn modelId="{00112591-8E61-4AA4-9FE9-163F6D3CFD99}" type="presParOf" srcId="{935AF750-1D7D-49CE-AC7A-8A6DDB292E04}" destId="{55F3017C-14CB-468F-95A3-4364755A04A9}" srcOrd="2" destOrd="0" presId="urn:microsoft.com/office/officeart/2018/2/layout/IconVerticalSolidList"/>
    <dgm:cxn modelId="{F18D8E62-C4B2-47BF-8ED0-4A9DC665B961}" type="presParOf" srcId="{935AF750-1D7D-49CE-AC7A-8A6DDB292E04}" destId="{22DEEE6E-D2DF-4871-B4D7-25FBE1E820CC}" srcOrd="3" destOrd="0" presId="urn:microsoft.com/office/officeart/2018/2/layout/IconVerticalSolidList"/>
    <dgm:cxn modelId="{8E1CF99C-6CB4-42FF-A0DA-AB75603F789F}" type="presParOf" srcId="{B3B0696B-8159-4D5D-9A09-BB233F65742B}" destId="{4BD9D65B-CDBD-4402-85B3-9672806BFD57}" srcOrd="1" destOrd="0" presId="urn:microsoft.com/office/officeart/2018/2/layout/IconVerticalSolidList"/>
    <dgm:cxn modelId="{E99B65A8-3348-4CEC-90E4-62D3650B5517}" type="presParOf" srcId="{B3B0696B-8159-4D5D-9A09-BB233F65742B}" destId="{7930C0E6-D5E3-4710-8C40-B0D51CD91565}" srcOrd="2" destOrd="0" presId="urn:microsoft.com/office/officeart/2018/2/layout/IconVerticalSolidList"/>
    <dgm:cxn modelId="{8EB67701-2093-4A06-B4B6-9F00E6E407CA}" type="presParOf" srcId="{7930C0E6-D5E3-4710-8C40-B0D51CD91565}" destId="{7109B06D-1F16-4CF9-BD3B-390E70493918}" srcOrd="0" destOrd="0" presId="urn:microsoft.com/office/officeart/2018/2/layout/IconVerticalSolidList"/>
    <dgm:cxn modelId="{1C66DBF3-FCEB-4FE5-B869-5040876BC46F}" type="presParOf" srcId="{7930C0E6-D5E3-4710-8C40-B0D51CD91565}" destId="{B5BAFD0E-29E9-46BD-AB07-0AA88A82EA3E}" srcOrd="1" destOrd="0" presId="urn:microsoft.com/office/officeart/2018/2/layout/IconVerticalSolidList"/>
    <dgm:cxn modelId="{33476902-8113-4573-A6AC-51227B41B544}" type="presParOf" srcId="{7930C0E6-D5E3-4710-8C40-B0D51CD91565}" destId="{3975AC2B-7A76-44EC-82D4-9F9AAAC06ADA}" srcOrd="2" destOrd="0" presId="urn:microsoft.com/office/officeart/2018/2/layout/IconVerticalSolidList"/>
    <dgm:cxn modelId="{A2828CB5-5204-47D8-9507-949398CE1F87}" type="presParOf" srcId="{7930C0E6-D5E3-4710-8C40-B0D51CD91565}" destId="{C7BC56DB-8728-4DA0-BD52-2F46ABE91D81}" srcOrd="3" destOrd="0" presId="urn:microsoft.com/office/officeart/2018/2/layout/IconVerticalSolidList"/>
    <dgm:cxn modelId="{0802D801-350B-4FE8-95F9-A500EC56E40B}" type="presParOf" srcId="{B3B0696B-8159-4D5D-9A09-BB233F65742B}" destId="{E74A534F-9291-4190-8E0F-17B2178253A6}" srcOrd="3" destOrd="0" presId="urn:microsoft.com/office/officeart/2018/2/layout/IconVerticalSolidList"/>
    <dgm:cxn modelId="{AEBDEDFF-2BDF-448E-8E74-1794235F1D83}" type="presParOf" srcId="{B3B0696B-8159-4D5D-9A09-BB233F65742B}" destId="{B00C5AE3-E7DF-42AB-9AA3-51170BC5C96B}" srcOrd="4" destOrd="0" presId="urn:microsoft.com/office/officeart/2018/2/layout/IconVerticalSolidList"/>
    <dgm:cxn modelId="{8C0CB1F6-4B04-468C-BE8D-C4CD13F92BD1}" type="presParOf" srcId="{B00C5AE3-E7DF-42AB-9AA3-51170BC5C96B}" destId="{FFC16198-DBA8-42F5-B4D3-40598E4C4C6B}" srcOrd="0" destOrd="0" presId="urn:microsoft.com/office/officeart/2018/2/layout/IconVerticalSolidList"/>
    <dgm:cxn modelId="{376B14E9-AE5A-40FF-BE05-785D06929CD9}" type="presParOf" srcId="{B00C5AE3-E7DF-42AB-9AA3-51170BC5C96B}" destId="{C54D0A93-ECDC-4537-9ABD-A62D1502CE2F}" srcOrd="1" destOrd="0" presId="urn:microsoft.com/office/officeart/2018/2/layout/IconVerticalSolidList"/>
    <dgm:cxn modelId="{26CAF02F-CE31-424A-B96C-32F49E53752C}" type="presParOf" srcId="{B00C5AE3-E7DF-42AB-9AA3-51170BC5C96B}" destId="{BD69875D-6C74-4543-A6AD-3636600761D7}" srcOrd="2" destOrd="0" presId="urn:microsoft.com/office/officeart/2018/2/layout/IconVerticalSolidList"/>
    <dgm:cxn modelId="{5EABCE7D-4AB8-43F1-A36F-FCE9C82D70A6}" type="presParOf" srcId="{B00C5AE3-E7DF-42AB-9AA3-51170BC5C96B}" destId="{0CFEA1E9-B059-4F6D-8EB5-98F98968485F}" srcOrd="3" destOrd="0" presId="urn:microsoft.com/office/officeart/2018/2/layout/IconVerticalSolidList"/>
    <dgm:cxn modelId="{C551E605-0338-46DD-A16B-A45C5200755D}" type="presParOf" srcId="{B3B0696B-8159-4D5D-9A09-BB233F65742B}" destId="{9BB6BD64-161E-4CDD-B9A0-DDF053F797ED}" srcOrd="5" destOrd="0" presId="urn:microsoft.com/office/officeart/2018/2/layout/IconVerticalSolidList"/>
    <dgm:cxn modelId="{69795DA1-CDE3-4390-90B3-CCDAA565967C}" type="presParOf" srcId="{B3B0696B-8159-4D5D-9A09-BB233F65742B}" destId="{6C72AE67-D69E-46B9-A25E-DDD2D2848BE2}" srcOrd="6" destOrd="0" presId="urn:microsoft.com/office/officeart/2018/2/layout/IconVerticalSolidList"/>
    <dgm:cxn modelId="{9733E9C8-3AA2-41C0-B1EA-5EFD724B0E03}" type="presParOf" srcId="{6C72AE67-D69E-46B9-A25E-DDD2D2848BE2}" destId="{5F8001D1-497A-463C-8636-43BCAE63CCCF}" srcOrd="0" destOrd="0" presId="urn:microsoft.com/office/officeart/2018/2/layout/IconVerticalSolidList"/>
    <dgm:cxn modelId="{807A38FD-3009-4C60-8BE0-860761784E97}" type="presParOf" srcId="{6C72AE67-D69E-46B9-A25E-DDD2D2848BE2}" destId="{95952942-D6C6-422D-B46E-DDAC5EA84492}" srcOrd="1" destOrd="0" presId="urn:microsoft.com/office/officeart/2018/2/layout/IconVerticalSolidList"/>
    <dgm:cxn modelId="{185ABAE8-965D-4942-8BD9-B5538DB501A1}" type="presParOf" srcId="{6C72AE67-D69E-46B9-A25E-DDD2D2848BE2}" destId="{6392F76C-D436-4E52-A22A-A4BC2D1B38AC}" srcOrd="2" destOrd="0" presId="urn:microsoft.com/office/officeart/2018/2/layout/IconVerticalSolidList"/>
    <dgm:cxn modelId="{DDCFF3E7-8F5A-4303-B287-A181810D3632}" type="presParOf" srcId="{6C72AE67-D69E-46B9-A25E-DDD2D2848BE2}" destId="{6C4D3BB4-86B8-4D2C-87E3-C136F8FA668D}" srcOrd="3" destOrd="0" presId="urn:microsoft.com/office/officeart/2018/2/layout/IconVerticalSolidList"/>
    <dgm:cxn modelId="{42E08911-0375-4F06-A165-ED925E332E31}" type="presParOf" srcId="{B3B0696B-8159-4D5D-9A09-BB233F65742B}" destId="{8AD333DA-95DE-467B-A7E8-06A3E009507B}" srcOrd="7" destOrd="0" presId="urn:microsoft.com/office/officeart/2018/2/layout/IconVerticalSolidList"/>
    <dgm:cxn modelId="{A210FFDA-4A27-4029-BE85-A161EBE67A2E}" type="presParOf" srcId="{B3B0696B-8159-4D5D-9A09-BB233F65742B}" destId="{DD2058DD-68A3-4447-8BC8-72178680FCA7}" srcOrd="8" destOrd="0" presId="urn:microsoft.com/office/officeart/2018/2/layout/IconVerticalSolidList"/>
    <dgm:cxn modelId="{56608907-C308-494F-9F2D-BDB1745E2B65}" type="presParOf" srcId="{DD2058DD-68A3-4447-8BC8-72178680FCA7}" destId="{9C9E0A89-62FE-48E6-B016-296351E0EDF3}" srcOrd="0" destOrd="0" presId="urn:microsoft.com/office/officeart/2018/2/layout/IconVerticalSolidList"/>
    <dgm:cxn modelId="{075E756A-1838-4A5C-9532-B4DD56AFE21A}" type="presParOf" srcId="{DD2058DD-68A3-4447-8BC8-72178680FCA7}" destId="{149688DD-6004-4592-87E1-592598AD1C1A}" srcOrd="1" destOrd="0" presId="urn:microsoft.com/office/officeart/2018/2/layout/IconVerticalSolidList"/>
    <dgm:cxn modelId="{EDD9A805-B786-407F-AFEA-499EE153ADB6}" type="presParOf" srcId="{DD2058DD-68A3-4447-8BC8-72178680FCA7}" destId="{1B8D33DD-C265-40A9-8438-AD78DC989E8E}" srcOrd="2" destOrd="0" presId="urn:microsoft.com/office/officeart/2018/2/layout/IconVerticalSolidList"/>
    <dgm:cxn modelId="{5528A5EA-4325-4020-AF7F-92351592BA36}" type="presParOf" srcId="{DD2058DD-68A3-4447-8BC8-72178680FCA7}" destId="{74350938-1230-444E-A082-5A021A4149B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32413B-117E-4223-BAE6-DCF3BF6DCC6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2B0EC77-2834-459F-BE79-34B7F7CC53A5}">
      <dgm:prSet/>
      <dgm:spPr/>
      <dgm:t>
        <a:bodyPr/>
        <a:lstStyle/>
        <a:p>
          <a:pPr>
            <a:defRPr cap="all"/>
          </a:pPr>
          <a:r>
            <a:rPr lang="en-IN"/>
            <a:t>My objective is to determine whether the tumour  is malignant or benign </a:t>
          </a:r>
          <a:endParaRPr lang="en-US"/>
        </a:p>
      </dgm:t>
    </dgm:pt>
    <dgm:pt modelId="{ED661162-77FB-45AC-ADFD-C9A8160592B2}" type="parTrans" cxnId="{9B665935-4AAC-4B1C-89F0-901408A15F3D}">
      <dgm:prSet/>
      <dgm:spPr/>
      <dgm:t>
        <a:bodyPr/>
        <a:lstStyle/>
        <a:p>
          <a:endParaRPr lang="en-US"/>
        </a:p>
      </dgm:t>
    </dgm:pt>
    <dgm:pt modelId="{DCFF27D2-A884-43EE-B045-FC96FEE48C58}" type="sibTrans" cxnId="{9B665935-4AAC-4B1C-89F0-901408A15F3D}">
      <dgm:prSet/>
      <dgm:spPr/>
      <dgm:t>
        <a:bodyPr/>
        <a:lstStyle/>
        <a:p>
          <a:endParaRPr lang="en-US"/>
        </a:p>
      </dgm:t>
    </dgm:pt>
    <dgm:pt modelId="{29A641BF-1593-4749-B83A-44AA86FF55DD}">
      <dgm:prSet/>
      <dgm:spPr/>
      <dgm:t>
        <a:bodyPr/>
        <a:lstStyle/>
        <a:p>
          <a:pPr>
            <a:defRPr cap="all"/>
          </a:pPr>
          <a:r>
            <a:rPr lang="en-IN"/>
            <a:t>I will also implement classification algorithms like logistic regression, random forest  , decision Tree  algorithms</a:t>
          </a:r>
          <a:endParaRPr lang="en-US"/>
        </a:p>
      </dgm:t>
    </dgm:pt>
    <dgm:pt modelId="{8F14BF7C-A296-470D-9290-FDB13D529ADF}" type="parTrans" cxnId="{C55BE29F-9A57-4E7E-BFF7-4019A0625780}">
      <dgm:prSet/>
      <dgm:spPr/>
      <dgm:t>
        <a:bodyPr/>
        <a:lstStyle/>
        <a:p>
          <a:endParaRPr lang="en-US"/>
        </a:p>
      </dgm:t>
    </dgm:pt>
    <dgm:pt modelId="{2ED16D84-8EBD-479E-95EE-41FC16B8AD54}" type="sibTrans" cxnId="{C55BE29F-9A57-4E7E-BFF7-4019A0625780}">
      <dgm:prSet/>
      <dgm:spPr/>
      <dgm:t>
        <a:bodyPr/>
        <a:lstStyle/>
        <a:p>
          <a:endParaRPr lang="en-US"/>
        </a:p>
      </dgm:t>
    </dgm:pt>
    <dgm:pt modelId="{78564AAF-1742-4892-AEF8-316F3518BCD6}">
      <dgm:prSet/>
      <dgm:spPr/>
      <dgm:t>
        <a:bodyPr/>
        <a:lstStyle/>
        <a:p>
          <a:pPr>
            <a:defRPr cap="all"/>
          </a:pPr>
          <a:r>
            <a:rPr lang="en-IN"/>
            <a:t>I propose to  use Principal component analysis (PCA) model</a:t>
          </a:r>
          <a:endParaRPr lang="en-US"/>
        </a:p>
      </dgm:t>
    </dgm:pt>
    <dgm:pt modelId="{615BBF9A-ABCB-4D59-832A-5F9BFF958348}" type="parTrans" cxnId="{E9C08E32-8F2C-43FC-B2CD-A06324C0E771}">
      <dgm:prSet/>
      <dgm:spPr/>
      <dgm:t>
        <a:bodyPr/>
        <a:lstStyle/>
        <a:p>
          <a:endParaRPr lang="en-US"/>
        </a:p>
      </dgm:t>
    </dgm:pt>
    <dgm:pt modelId="{FA607D0D-9A6D-4908-997C-963A6279ED5E}" type="sibTrans" cxnId="{E9C08E32-8F2C-43FC-B2CD-A06324C0E771}">
      <dgm:prSet/>
      <dgm:spPr/>
      <dgm:t>
        <a:bodyPr/>
        <a:lstStyle/>
        <a:p>
          <a:endParaRPr lang="en-US"/>
        </a:p>
      </dgm:t>
    </dgm:pt>
    <dgm:pt modelId="{F4CAD4A7-126E-48F2-B609-9832771144E6}">
      <dgm:prSet/>
      <dgm:spPr/>
      <dgm:t>
        <a:bodyPr/>
        <a:lstStyle/>
        <a:p>
          <a:pPr>
            <a:defRPr cap="all"/>
          </a:pPr>
          <a:r>
            <a:rPr lang="en-IN" dirty="0"/>
            <a:t>The main objective of the project is to predict and help in early diagnosis of the breast cancer using ML algorithms AND PCA MODEL</a:t>
          </a:r>
          <a:endParaRPr lang="en-US" dirty="0"/>
        </a:p>
      </dgm:t>
    </dgm:pt>
    <dgm:pt modelId="{BF10E37E-89DC-451A-8A34-3D54899AAF55}" type="parTrans" cxnId="{74D43DB0-8B7E-4768-9F95-E77B588D8175}">
      <dgm:prSet/>
      <dgm:spPr/>
      <dgm:t>
        <a:bodyPr/>
        <a:lstStyle/>
        <a:p>
          <a:endParaRPr lang="en-US"/>
        </a:p>
      </dgm:t>
    </dgm:pt>
    <dgm:pt modelId="{58824545-1B19-4208-ABC8-1C0F61576C01}" type="sibTrans" cxnId="{74D43DB0-8B7E-4768-9F95-E77B588D8175}">
      <dgm:prSet/>
      <dgm:spPr/>
      <dgm:t>
        <a:bodyPr/>
        <a:lstStyle/>
        <a:p>
          <a:endParaRPr lang="en-US"/>
        </a:p>
      </dgm:t>
    </dgm:pt>
    <dgm:pt modelId="{A1E7E0BD-02F7-410D-B974-B374AE162499}">
      <dgm:prSet/>
      <dgm:spPr/>
      <dgm:t>
        <a:bodyPr/>
        <a:lstStyle/>
        <a:p>
          <a:pPr>
            <a:defRPr cap="all"/>
          </a:pPr>
          <a:r>
            <a:rPr lang="en-IN"/>
            <a:t>I also propose to find out which algorithm is most effective method to predict breast cancer between logistic regression and random forest with the help of confusion matrix,accurarcy,precision,f1_score and recall</a:t>
          </a:r>
          <a:endParaRPr lang="en-US"/>
        </a:p>
      </dgm:t>
    </dgm:pt>
    <dgm:pt modelId="{223063FB-CF38-4506-9CA1-71AE32D3A3D4}" type="parTrans" cxnId="{451F4DB0-E7EF-4AF2-ADDC-30CDA64590F2}">
      <dgm:prSet/>
      <dgm:spPr/>
      <dgm:t>
        <a:bodyPr/>
        <a:lstStyle/>
        <a:p>
          <a:endParaRPr lang="en-US"/>
        </a:p>
      </dgm:t>
    </dgm:pt>
    <dgm:pt modelId="{B011D6A9-4927-4F7B-AC82-D043F065253E}" type="sibTrans" cxnId="{451F4DB0-E7EF-4AF2-ADDC-30CDA64590F2}">
      <dgm:prSet/>
      <dgm:spPr/>
      <dgm:t>
        <a:bodyPr/>
        <a:lstStyle/>
        <a:p>
          <a:endParaRPr lang="en-US"/>
        </a:p>
      </dgm:t>
    </dgm:pt>
    <dgm:pt modelId="{654CFBD0-57B2-4710-864F-E8BCAF173C88}" type="pres">
      <dgm:prSet presAssocID="{3632413B-117E-4223-BAE6-DCF3BF6DCC67}" presName="root" presStyleCnt="0">
        <dgm:presLayoutVars>
          <dgm:dir/>
          <dgm:resizeHandles val="exact"/>
        </dgm:presLayoutVars>
      </dgm:prSet>
      <dgm:spPr/>
    </dgm:pt>
    <dgm:pt modelId="{C5293DAA-48D3-4F1E-B4F5-92E18C5CBF00}" type="pres">
      <dgm:prSet presAssocID="{C2B0EC77-2834-459F-BE79-34B7F7CC53A5}" presName="compNode" presStyleCnt="0"/>
      <dgm:spPr/>
    </dgm:pt>
    <dgm:pt modelId="{75555A52-201C-4AEE-8549-52070E7CF580}" type="pres">
      <dgm:prSet presAssocID="{C2B0EC77-2834-459F-BE79-34B7F7CC53A5}" presName="iconBgRect" presStyleLbl="bgShp" presStyleIdx="0" presStyleCnt="5"/>
      <dgm:spPr/>
    </dgm:pt>
    <dgm:pt modelId="{463DC022-4D58-40CC-BE04-3F5CBA38A1F2}" type="pres">
      <dgm:prSet presAssocID="{C2B0EC77-2834-459F-BE79-34B7F7CC53A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127B746F-EA80-468E-BBC7-3BB26BEBA2FF}" type="pres">
      <dgm:prSet presAssocID="{C2B0EC77-2834-459F-BE79-34B7F7CC53A5}" presName="spaceRect" presStyleCnt="0"/>
      <dgm:spPr/>
    </dgm:pt>
    <dgm:pt modelId="{F9DCF58D-6B45-4646-A364-53EB4CB4F428}" type="pres">
      <dgm:prSet presAssocID="{C2B0EC77-2834-459F-BE79-34B7F7CC53A5}" presName="textRect" presStyleLbl="revTx" presStyleIdx="0" presStyleCnt="5">
        <dgm:presLayoutVars>
          <dgm:chMax val="1"/>
          <dgm:chPref val="1"/>
        </dgm:presLayoutVars>
      </dgm:prSet>
      <dgm:spPr/>
    </dgm:pt>
    <dgm:pt modelId="{8795407B-87BD-4BF2-8008-35C51BC8B1F8}" type="pres">
      <dgm:prSet presAssocID="{DCFF27D2-A884-43EE-B045-FC96FEE48C58}" presName="sibTrans" presStyleCnt="0"/>
      <dgm:spPr/>
    </dgm:pt>
    <dgm:pt modelId="{4FA81547-AF02-45BE-A36A-905AA3B0D7A1}" type="pres">
      <dgm:prSet presAssocID="{29A641BF-1593-4749-B83A-44AA86FF55DD}" presName="compNode" presStyleCnt="0"/>
      <dgm:spPr/>
    </dgm:pt>
    <dgm:pt modelId="{F70721B8-9096-4460-A9F4-C4ACF3ECDCF3}" type="pres">
      <dgm:prSet presAssocID="{29A641BF-1593-4749-B83A-44AA86FF55DD}" presName="iconBgRect" presStyleLbl="bgShp" presStyleIdx="1" presStyleCnt="5"/>
      <dgm:spPr/>
    </dgm:pt>
    <dgm:pt modelId="{2F15206F-62D5-4F96-90F5-3321AE5D32FF}" type="pres">
      <dgm:prSet presAssocID="{29A641BF-1593-4749-B83A-44AA86FF55D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5BC0874C-163F-4362-A2D0-A56129053E35}" type="pres">
      <dgm:prSet presAssocID="{29A641BF-1593-4749-B83A-44AA86FF55DD}" presName="spaceRect" presStyleCnt="0"/>
      <dgm:spPr/>
    </dgm:pt>
    <dgm:pt modelId="{C9657EA9-8D95-4B82-B651-00AC5799CD63}" type="pres">
      <dgm:prSet presAssocID="{29A641BF-1593-4749-B83A-44AA86FF55DD}" presName="textRect" presStyleLbl="revTx" presStyleIdx="1" presStyleCnt="5">
        <dgm:presLayoutVars>
          <dgm:chMax val="1"/>
          <dgm:chPref val="1"/>
        </dgm:presLayoutVars>
      </dgm:prSet>
      <dgm:spPr/>
    </dgm:pt>
    <dgm:pt modelId="{7EC4F132-D557-40DF-81B6-858E5E7E0C94}" type="pres">
      <dgm:prSet presAssocID="{2ED16D84-8EBD-479E-95EE-41FC16B8AD54}" presName="sibTrans" presStyleCnt="0"/>
      <dgm:spPr/>
    </dgm:pt>
    <dgm:pt modelId="{77344AA7-061D-4E19-BEBF-7031E6225C0E}" type="pres">
      <dgm:prSet presAssocID="{78564AAF-1742-4892-AEF8-316F3518BCD6}" presName="compNode" presStyleCnt="0"/>
      <dgm:spPr/>
    </dgm:pt>
    <dgm:pt modelId="{D697B4F0-FA56-4CE5-8791-E0022BAA5968}" type="pres">
      <dgm:prSet presAssocID="{78564AAF-1742-4892-AEF8-316F3518BCD6}" presName="iconBgRect" presStyleLbl="bgShp" presStyleIdx="2" presStyleCnt="5"/>
      <dgm:spPr/>
    </dgm:pt>
    <dgm:pt modelId="{9B18CA4C-9D21-46C3-A96F-8F455D547A6F}" type="pres">
      <dgm:prSet presAssocID="{78564AAF-1742-4892-AEF8-316F3518BCD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5F1DBC3C-7BAD-47F1-B474-8AE86B5BD634}" type="pres">
      <dgm:prSet presAssocID="{78564AAF-1742-4892-AEF8-316F3518BCD6}" presName="spaceRect" presStyleCnt="0"/>
      <dgm:spPr/>
    </dgm:pt>
    <dgm:pt modelId="{75D6C5C8-0471-4680-B1DD-ADD82DEEF26F}" type="pres">
      <dgm:prSet presAssocID="{78564AAF-1742-4892-AEF8-316F3518BCD6}" presName="textRect" presStyleLbl="revTx" presStyleIdx="2" presStyleCnt="5">
        <dgm:presLayoutVars>
          <dgm:chMax val="1"/>
          <dgm:chPref val="1"/>
        </dgm:presLayoutVars>
      </dgm:prSet>
      <dgm:spPr/>
    </dgm:pt>
    <dgm:pt modelId="{7DB90DE6-E0B8-49EE-8C5B-139C67F9AD53}" type="pres">
      <dgm:prSet presAssocID="{FA607D0D-9A6D-4908-997C-963A6279ED5E}" presName="sibTrans" presStyleCnt="0"/>
      <dgm:spPr/>
    </dgm:pt>
    <dgm:pt modelId="{ED493F43-9B2B-4BE1-AA05-5CBFD19C08AD}" type="pres">
      <dgm:prSet presAssocID="{F4CAD4A7-126E-48F2-B609-9832771144E6}" presName="compNode" presStyleCnt="0"/>
      <dgm:spPr/>
    </dgm:pt>
    <dgm:pt modelId="{5A51ED88-C239-447E-AFB9-52497D338B8B}" type="pres">
      <dgm:prSet presAssocID="{F4CAD4A7-126E-48F2-B609-9832771144E6}" presName="iconBgRect" presStyleLbl="bgShp" presStyleIdx="3" presStyleCnt="5"/>
      <dgm:spPr/>
    </dgm:pt>
    <dgm:pt modelId="{11CAC2CB-92BB-4386-B2F2-21B56883F51A}" type="pres">
      <dgm:prSet presAssocID="{F4CAD4A7-126E-48F2-B609-9832771144E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croscope"/>
        </a:ext>
      </dgm:extLst>
    </dgm:pt>
    <dgm:pt modelId="{09BDCACD-DF64-40F7-80BE-0283CA771304}" type="pres">
      <dgm:prSet presAssocID="{F4CAD4A7-126E-48F2-B609-9832771144E6}" presName="spaceRect" presStyleCnt="0"/>
      <dgm:spPr/>
    </dgm:pt>
    <dgm:pt modelId="{B803BF88-E47D-46FB-A036-D2D34A7211FF}" type="pres">
      <dgm:prSet presAssocID="{F4CAD4A7-126E-48F2-B609-9832771144E6}" presName="textRect" presStyleLbl="revTx" presStyleIdx="3" presStyleCnt="5">
        <dgm:presLayoutVars>
          <dgm:chMax val="1"/>
          <dgm:chPref val="1"/>
        </dgm:presLayoutVars>
      </dgm:prSet>
      <dgm:spPr/>
    </dgm:pt>
    <dgm:pt modelId="{C03C5B2D-9D15-4FDA-8220-F5161922C601}" type="pres">
      <dgm:prSet presAssocID="{58824545-1B19-4208-ABC8-1C0F61576C01}" presName="sibTrans" presStyleCnt="0"/>
      <dgm:spPr/>
    </dgm:pt>
    <dgm:pt modelId="{7A927BF5-C614-4C21-A30D-EB42F0CDCBD7}" type="pres">
      <dgm:prSet presAssocID="{A1E7E0BD-02F7-410D-B974-B374AE162499}" presName="compNode" presStyleCnt="0"/>
      <dgm:spPr/>
    </dgm:pt>
    <dgm:pt modelId="{EDDBA1D9-8FDB-4DE7-B048-7600002FFF4F}" type="pres">
      <dgm:prSet presAssocID="{A1E7E0BD-02F7-410D-B974-B374AE162499}" presName="iconBgRect" presStyleLbl="bgShp" presStyleIdx="4" presStyleCnt="5"/>
      <dgm:spPr/>
    </dgm:pt>
    <dgm:pt modelId="{11FA4103-DAB2-49AC-90C6-DF4226664AF7}" type="pres">
      <dgm:prSet presAssocID="{A1E7E0BD-02F7-410D-B974-B374AE16249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3452D7F7-A60F-4CEE-A749-A3223DEF09BC}" type="pres">
      <dgm:prSet presAssocID="{A1E7E0BD-02F7-410D-B974-B374AE162499}" presName="spaceRect" presStyleCnt="0"/>
      <dgm:spPr/>
    </dgm:pt>
    <dgm:pt modelId="{EB711472-AC6A-4678-A129-2C2A28E55899}" type="pres">
      <dgm:prSet presAssocID="{A1E7E0BD-02F7-410D-B974-B374AE162499}" presName="textRect" presStyleLbl="revTx" presStyleIdx="4" presStyleCnt="5">
        <dgm:presLayoutVars>
          <dgm:chMax val="1"/>
          <dgm:chPref val="1"/>
        </dgm:presLayoutVars>
      </dgm:prSet>
      <dgm:spPr/>
    </dgm:pt>
  </dgm:ptLst>
  <dgm:cxnLst>
    <dgm:cxn modelId="{E9C08E32-8F2C-43FC-B2CD-A06324C0E771}" srcId="{3632413B-117E-4223-BAE6-DCF3BF6DCC67}" destId="{78564AAF-1742-4892-AEF8-316F3518BCD6}" srcOrd="2" destOrd="0" parTransId="{615BBF9A-ABCB-4D59-832A-5F9BFF958348}" sibTransId="{FA607D0D-9A6D-4908-997C-963A6279ED5E}"/>
    <dgm:cxn modelId="{9B665935-4AAC-4B1C-89F0-901408A15F3D}" srcId="{3632413B-117E-4223-BAE6-DCF3BF6DCC67}" destId="{C2B0EC77-2834-459F-BE79-34B7F7CC53A5}" srcOrd="0" destOrd="0" parTransId="{ED661162-77FB-45AC-ADFD-C9A8160592B2}" sibTransId="{DCFF27D2-A884-43EE-B045-FC96FEE48C58}"/>
    <dgm:cxn modelId="{941E1760-EA1C-42C4-9D18-E053C6F5A762}" type="presOf" srcId="{78564AAF-1742-4892-AEF8-316F3518BCD6}" destId="{75D6C5C8-0471-4680-B1DD-ADD82DEEF26F}" srcOrd="0" destOrd="0" presId="urn:microsoft.com/office/officeart/2018/5/layout/IconCircleLabelList"/>
    <dgm:cxn modelId="{DA0A496C-3C09-451C-9832-9970BC597A0B}" type="presOf" srcId="{3632413B-117E-4223-BAE6-DCF3BF6DCC67}" destId="{654CFBD0-57B2-4710-864F-E8BCAF173C88}" srcOrd="0" destOrd="0" presId="urn:microsoft.com/office/officeart/2018/5/layout/IconCircleLabelList"/>
    <dgm:cxn modelId="{C55BE29F-9A57-4E7E-BFF7-4019A0625780}" srcId="{3632413B-117E-4223-BAE6-DCF3BF6DCC67}" destId="{29A641BF-1593-4749-B83A-44AA86FF55DD}" srcOrd="1" destOrd="0" parTransId="{8F14BF7C-A296-470D-9290-FDB13D529ADF}" sibTransId="{2ED16D84-8EBD-479E-95EE-41FC16B8AD54}"/>
    <dgm:cxn modelId="{C554AFA0-8423-45AC-AA32-CA927A6C2310}" type="presOf" srcId="{F4CAD4A7-126E-48F2-B609-9832771144E6}" destId="{B803BF88-E47D-46FB-A036-D2D34A7211FF}" srcOrd="0" destOrd="0" presId="urn:microsoft.com/office/officeart/2018/5/layout/IconCircleLabelList"/>
    <dgm:cxn modelId="{3489D7AD-3614-4AD3-B521-12745E407909}" type="presOf" srcId="{29A641BF-1593-4749-B83A-44AA86FF55DD}" destId="{C9657EA9-8D95-4B82-B651-00AC5799CD63}" srcOrd="0" destOrd="0" presId="urn:microsoft.com/office/officeart/2018/5/layout/IconCircleLabelList"/>
    <dgm:cxn modelId="{74D43DB0-8B7E-4768-9F95-E77B588D8175}" srcId="{3632413B-117E-4223-BAE6-DCF3BF6DCC67}" destId="{F4CAD4A7-126E-48F2-B609-9832771144E6}" srcOrd="3" destOrd="0" parTransId="{BF10E37E-89DC-451A-8A34-3D54899AAF55}" sibTransId="{58824545-1B19-4208-ABC8-1C0F61576C01}"/>
    <dgm:cxn modelId="{451F4DB0-E7EF-4AF2-ADDC-30CDA64590F2}" srcId="{3632413B-117E-4223-BAE6-DCF3BF6DCC67}" destId="{A1E7E0BD-02F7-410D-B974-B374AE162499}" srcOrd="4" destOrd="0" parTransId="{223063FB-CF38-4506-9CA1-71AE32D3A3D4}" sibTransId="{B011D6A9-4927-4F7B-AC82-D043F065253E}"/>
    <dgm:cxn modelId="{49E899C8-783F-4CE0-BD49-EC8DB3F73884}" type="presOf" srcId="{A1E7E0BD-02F7-410D-B974-B374AE162499}" destId="{EB711472-AC6A-4678-A129-2C2A28E55899}" srcOrd="0" destOrd="0" presId="urn:microsoft.com/office/officeart/2018/5/layout/IconCircleLabelList"/>
    <dgm:cxn modelId="{36FFF5E7-B31C-4CBD-AA6A-AF342870547B}" type="presOf" srcId="{C2B0EC77-2834-459F-BE79-34B7F7CC53A5}" destId="{F9DCF58D-6B45-4646-A364-53EB4CB4F428}" srcOrd="0" destOrd="0" presId="urn:microsoft.com/office/officeart/2018/5/layout/IconCircleLabelList"/>
    <dgm:cxn modelId="{36408942-AC29-4868-A39F-298657B1589A}" type="presParOf" srcId="{654CFBD0-57B2-4710-864F-E8BCAF173C88}" destId="{C5293DAA-48D3-4F1E-B4F5-92E18C5CBF00}" srcOrd="0" destOrd="0" presId="urn:microsoft.com/office/officeart/2018/5/layout/IconCircleLabelList"/>
    <dgm:cxn modelId="{7EF09369-B67E-4E6C-B247-DB899332755E}" type="presParOf" srcId="{C5293DAA-48D3-4F1E-B4F5-92E18C5CBF00}" destId="{75555A52-201C-4AEE-8549-52070E7CF580}" srcOrd="0" destOrd="0" presId="urn:microsoft.com/office/officeart/2018/5/layout/IconCircleLabelList"/>
    <dgm:cxn modelId="{422D2476-A0CE-4552-8CE3-75381C18F36B}" type="presParOf" srcId="{C5293DAA-48D3-4F1E-B4F5-92E18C5CBF00}" destId="{463DC022-4D58-40CC-BE04-3F5CBA38A1F2}" srcOrd="1" destOrd="0" presId="urn:microsoft.com/office/officeart/2018/5/layout/IconCircleLabelList"/>
    <dgm:cxn modelId="{92077C56-A6A8-41B9-8AFE-960653F555E3}" type="presParOf" srcId="{C5293DAA-48D3-4F1E-B4F5-92E18C5CBF00}" destId="{127B746F-EA80-468E-BBC7-3BB26BEBA2FF}" srcOrd="2" destOrd="0" presId="urn:microsoft.com/office/officeart/2018/5/layout/IconCircleLabelList"/>
    <dgm:cxn modelId="{45F0F784-D056-499A-A5AD-2AA25E104100}" type="presParOf" srcId="{C5293DAA-48D3-4F1E-B4F5-92E18C5CBF00}" destId="{F9DCF58D-6B45-4646-A364-53EB4CB4F428}" srcOrd="3" destOrd="0" presId="urn:microsoft.com/office/officeart/2018/5/layout/IconCircleLabelList"/>
    <dgm:cxn modelId="{61AB05A3-8BBF-4C32-B452-861B3F7290A7}" type="presParOf" srcId="{654CFBD0-57B2-4710-864F-E8BCAF173C88}" destId="{8795407B-87BD-4BF2-8008-35C51BC8B1F8}" srcOrd="1" destOrd="0" presId="urn:microsoft.com/office/officeart/2018/5/layout/IconCircleLabelList"/>
    <dgm:cxn modelId="{44977044-FB4B-4D67-82AF-250FD2F037DE}" type="presParOf" srcId="{654CFBD0-57B2-4710-864F-E8BCAF173C88}" destId="{4FA81547-AF02-45BE-A36A-905AA3B0D7A1}" srcOrd="2" destOrd="0" presId="urn:microsoft.com/office/officeart/2018/5/layout/IconCircleLabelList"/>
    <dgm:cxn modelId="{878FFCE3-DAC9-47E2-A9CB-5FF2B4579756}" type="presParOf" srcId="{4FA81547-AF02-45BE-A36A-905AA3B0D7A1}" destId="{F70721B8-9096-4460-A9F4-C4ACF3ECDCF3}" srcOrd="0" destOrd="0" presId="urn:microsoft.com/office/officeart/2018/5/layout/IconCircleLabelList"/>
    <dgm:cxn modelId="{0B77FCE8-09EA-4AE1-8328-83E86DF2AD44}" type="presParOf" srcId="{4FA81547-AF02-45BE-A36A-905AA3B0D7A1}" destId="{2F15206F-62D5-4F96-90F5-3321AE5D32FF}" srcOrd="1" destOrd="0" presId="urn:microsoft.com/office/officeart/2018/5/layout/IconCircleLabelList"/>
    <dgm:cxn modelId="{B9C224FC-1F1C-4CAD-BFDB-3D56F2196594}" type="presParOf" srcId="{4FA81547-AF02-45BE-A36A-905AA3B0D7A1}" destId="{5BC0874C-163F-4362-A2D0-A56129053E35}" srcOrd="2" destOrd="0" presId="urn:microsoft.com/office/officeart/2018/5/layout/IconCircleLabelList"/>
    <dgm:cxn modelId="{066DFA38-D882-466B-A54F-9BCB67D8709A}" type="presParOf" srcId="{4FA81547-AF02-45BE-A36A-905AA3B0D7A1}" destId="{C9657EA9-8D95-4B82-B651-00AC5799CD63}" srcOrd="3" destOrd="0" presId="urn:microsoft.com/office/officeart/2018/5/layout/IconCircleLabelList"/>
    <dgm:cxn modelId="{7AD9C12F-B5A9-4145-8C45-BCE477098DB2}" type="presParOf" srcId="{654CFBD0-57B2-4710-864F-E8BCAF173C88}" destId="{7EC4F132-D557-40DF-81B6-858E5E7E0C94}" srcOrd="3" destOrd="0" presId="urn:microsoft.com/office/officeart/2018/5/layout/IconCircleLabelList"/>
    <dgm:cxn modelId="{7E20FCEF-4312-4FE5-B900-B12B6072E99A}" type="presParOf" srcId="{654CFBD0-57B2-4710-864F-E8BCAF173C88}" destId="{77344AA7-061D-4E19-BEBF-7031E6225C0E}" srcOrd="4" destOrd="0" presId="urn:microsoft.com/office/officeart/2018/5/layout/IconCircleLabelList"/>
    <dgm:cxn modelId="{BC44827F-E16D-4B22-A1D5-77B3FE8A6DA8}" type="presParOf" srcId="{77344AA7-061D-4E19-BEBF-7031E6225C0E}" destId="{D697B4F0-FA56-4CE5-8791-E0022BAA5968}" srcOrd="0" destOrd="0" presId="urn:microsoft.com/office/officeart/2018/5/layout/IconCircleLabelList"/>
    <dgm:cxn modelId="{CB68A9F5-F10E-45D7-ABCA-B3CFFA4A1F30}" type="presParOf" srcId="{77344AA7-061D-4E19-BEBF-7031E6225C0E}" destId="{9B18CA4C-9D21-46C3-A96F-8F455D547A6F}" srcOrd="1" destOrd="0" presId="urn:microsoft.com/office/officeart/2018/5/layout/IconCircleLabelList"/>
    <dgm:cxn modelId="{9DC3F853-A2FC-4071-8AF1-9F4B17F61323}" type="presParOf" srcId="{77344AA7-061D-4E19-BEBF-7031E6225C0E}" destId="{5F1DBC3C-7BAD-47F1-B474-8AE86B5BD634}" srcOrd="2" destOrd="0" presId="urn:microsoft.com/office/officeart/2018/5/layout/IconCircleLabelList"/>
    <dgm:cxn modelId="{ED38835E-B74D-423B-9B5E-F516BF31A0CE}" type="presParOf" srcId="{77344AA7-061D-4E19-BEBF-7031E6225C0E}" destId="{75D6C5C8-0471-4680-B1DD-ADD82DEEF26F}" srcOrd="3" destOrd="0" presId="urn:microsoft.com/office/officeart/2018/5/layout/IconCircleLabelList"/>
    <dgm:cxn modelId="{76263A1A-8972-4004-9A45-2E7211B9816F}" type="presParOf" srcId="{654CFBD0-57B2-4710-864F-E8BCAF173C88}" destId="{7DB90DE6-E0B8-49EE-8C5B-139C67F9AD53}" srcOrd="5" destOrd="0" presId="urn:microsoft.com/office/officeart/2018/5/layout/IconCircleLabelList"/>
    <dgm:cxn modelId="{2238A95C-F9F8-4ACA-BAA4-C16D376809B8}" type="presParOf" srcId="{654CFBD0-57B2-4710-864F-E8BCAF173C88}" destId="{ED493F43-9B2B-4BE1-AA05-5CBFD19C08AD}" srcOrd="6" destOrd="0" presId="urn:microsoft.com/office/officeart/2018/5/layout/IconCircleLabelList"/>
    <dgm:cxn modelId="{DA73966B-A4FC-4C7B-9819-168380EDBE75}" type="presParOf" srcId="{ED493F43-9B2B-4BE1-AA05-5CBFD19C08AD}" destId="{5A51ED88-C239-447E-AFB9-52497D338B8B}" srcOrd="0" destOrd="0" presId="urn:microsoft.com/office/officeart/2018/5/layout/IconCircleLabelList"/>
    <dgm:cxn modelId="{6B1DB5C5-EE03-4AD1-A6A8-0723E229C0C4}" type="presParOf" srcId="{ED493F43-9B2B-4BE1-AA05-5CBFD19C08AD}" destId="{11CAC2CB-92BB-4386-B2F2-21B56883F51A}" srcOrd="1" destOrd="0" presId="urn:microsoft.com/office/officeart/2018/5/layout/IconCircleLabelList"/>
    <dgm:cxn modelId="{EE6C3141-E17F-4113-902E-0F8666555F8E}" type="presParOf" srcId="{ED493F43-9B2B-4BE1-AA05-5CBFD19C08AD}" destId="{09BDCACD-DF64-40F7-80BE-0283CA771304}" srcOrd="2" destOrd="0" presId="urn:microsoft.com/office/officeart/2018/5/layout/IconCircleLabelList"/>
    <dgm:cxn modelId="{39FC06BC-E361-4FF5-99E9-91B055DB3219}" type="presParOf" srcId="{ED493F43-9B2B-4BE1-AA05-5CBFD19C08AD}" destId="{B803BF88-E47D-46FB-A036-D2D34A7211FF}" srcOrd="3" destOrd="0" presId="urn:microsoft.com/office/officeart/2018/5/layout/IconCircleLabelList"/>
    <dgm:cxn modelId="{2C950A29-F127-487A-8AF7-C65454F25217}" type="presParOf" srcId="{654CFBD0-57B2-4710-864F-E8BCAF173C88}" destId="{C03C5B2D-9D15-4FDA-8220-F5161922C601}" srcOrd="7" destOrd="0" presId="urn:microsoft.com/office/officeart/2018/5/layout/IconCircleLabelList"/>
    <dgm:cxn modelId="{40319BE3-B55D-49F6-95A4-C5C27E05B1DF}" type="presParOf" srcId="{654CFBD0-57B2-4710-864F-E8BCAF173C88}" destId="{7A927BF5-C614-4C21-A30D-EB42F0CDCBD7}" srcOrd="8" destOrd="0" presId="urn:microsoft.com/office/officeart/2018/5/layout/IconCircleLabelList"/>
    <dgm:cxn modelId="{211C5376-E53C-4CA2-9CF3-B14C2B65EEC0}" type="presParOf" srcId="{7A927BF5-C614-4C21-A30D-EB42F0CDCBD7}" destId="{EDDBA1D9-8FDB-4DE7-B048-7600002FFF4F}" srcOrd="0" destOrd="0" presId="urn:microsoft.com/office/officeart/2018/5/layout/IconCircleLabelList"/>
    <dgm:cxn modelId="{CAE415C1-9A76-472F-8D93-C0381847E6AF}" type="presParOf" srcId="{7A927BF5-C614-4C21-A30D-EB42F0CDCBD7}" destId="{11FA4103-DAB2-49AC-90C6-DF4226664AF7}" srcOrd="1" destOrd="0" presId="urn:microsoft.com/office/officeart/2018/5/layout/IconCircleLabelList"/>
    <dgm:cxn modelId="{0ED7FE3F-F4BA-4FFD-8B59-266BE25876EA}" type="presParOf" srcId="{7A927BF5-C614-4C21-A30D-EB42F0CDCBD7}" destId="{3452D7F7-A60F-4CEE-A749-A3223DEF09BC}" srcOrd="2" destOrd="0" presId="urn:microsoft.com/office/officeart/2018/5/layout/IconCircleLabelList"/>
    <dgm:cxn modelId="{50FA81DE-FDA9-408F-9E55-902E0BF8D5FB}" type="presParOf" srcId="{7A927BF5-C614-4C21-A30D-EB42F0CDCBD7}" destId="{EB711472-AC6A-4678-A129-2C2A28E5589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3620DD-BB47-44A1-A3B7-927DB9909CA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98B4F8A7-11C2-45CC-9518-72C0BF489B2B}">
      <dgm:prSet/>
      <dgm:spPr/>
      <dgm:t>
        <a:bodyPr/>
        <a:lstStyle/>
        <a:p>
          <a:r>
            <a:rPr lang="en-US"/>
            <a:t>Before Removing Outliers:                                                           After Removing Outliers:</a:t>
          </a:r>
        </a:p>
      </dgm:t>
    </dgm:pt>
    <dgm:pt modelId="{9BCF8B2D-8554-49D1-88B1-9999D120F3FC}" type="parTrans" cxnId="{CFE05BDA-3CFD-43D9-A1EF-7FE0138BE280}">
      <dgm:prSet/>
      <dgm:spPr/>
      <dgm:t>
        <a:bodyPr/>
        <a:lstStyle/>
        <a:p>
          <a:endParaRPr lang="en-US"/>
        </a:p>
      </dgm:t>
    </dgm:pt>
    <dgm:pt modelId="{C2196583-CE21-4230-AE10-FB1164A8362D}" type="sibTrans" cxnId="{CFE05BDA-3CFD-43D9-A1EF-7FE0138BE280}">
      <dgm:prSet/>
      <dgm:spPr/>
      <dgm:t>
        <a:bodyPr/>
        <a:lstStyle/>
        <a:p>
          <a:endParaRPr lang="en-US"/>
        </a:p>
      </dgm:t>
    </dgm:pt>
    <dgm:pt modelId="{A6721B06-D804-44F9-9ECC-5A28E1CEA096}">
      <dgm:prSet/>
      <dgm:spPr/>
      <dgm:t>
        <a:bodyPr/>
        <a:lstStyle/>
        <a:p>
          <a:r>
            <a:rPr lang="en-US" dirty="0"/>
            <a:t>- PC1 explained variance: 45.71%                                     - PC1 explained variance: 42.62%</a:t>
          </a:r>
        </a:p>
      </dgm:t>
    </dgm:pt>
    <dgm:pt modelId="{82840EF1-25D0-4A49-99EC-46A8EBEAA34E}" type="parTrans" cxnId="{930E32FE-3536-4DA9-9987-F0EB66F92188}">
      <dgm:prSet/>
      <dgm:spPr/>
      <dgm:t>
        <a:bodyPr/>
        <a:lstStyle/>
        <a:p>
          <a:endParaRPr lang="en-US"/>
        </a:p>
      </dgm:t>
    </dgm:pt>
    <dgm:pt modelId="{FA2A8AD5-18C2-4DF3-BF84-1EA9F1AC0041}" type="sibTrans" cxnId="{930E32FE-3536-4DA9-9987-F0EB66F92188}">
      <dgm:prSet/>
      <dgm:spPr/>
      <dgm:t>
        <a:bodyPr/>
        <a:lstStyle/>
        <a:p>
          <a:endParaRPr lang="en-US"/>
        </a:p>
      </dgm:t>
    </dgm:pt>
    <dgm:pt modelId="{73AB45DB-184B-40FB-896E-5CD1B89B1010}">
      <dgm:prSet/>
      <dgm:spPr/>
      <dgm:t>
        <a:bodyPr/>
        <a:lstStyle/>
        <a:p>
          <a:r>
            <a:rPr lang="en-US" dirty="0"/>
            <a:t>- PC2 explained variance:17.84 %                                    - PC2 explained variance: 20.86%</a:t>
          </a:r>
        </a:p>
      </dgm:t>
    </dgm:pt>
    <dgm:pt modelId="{2ED8DEFD-04B9-40FB-8443-CE791A637FD0}" type="parTrans" cxnId="{DB458BE2-2170-4C50-88A1-A1F83117D1AC}">
      <dgm:prSet/>
      <dgm:spPr/>
      <dgm:t>
        <a:bodyPr/>
        <a:lstStyle/>
        <a:p>
          <a:endParaRPr lang="en-US"/>
        </a:p>
      </dgm:t>
    </dgm:pt>
    <dgm:pt modelId="{EAB9C2C9-AD89-4FBF-A2F5-0D0FED088497}" type="sibTrans" cxnId="{DB458BE2-2170-4C50-88A1-A1F83117D1AC}">
      <dgm:prSet/>
      <dgm:spPr/>
      <dgm:t>
        <a:bodyPr/>
        <a:lstStyle/>
        <a:p>
          <a:endParaRPr lang="en-US"/>
        </a:p>
      </dgm:t>
    </dgm:pt>
    <dgm:pt modelId="{AF783C06-1016-4083-9E2A-A0B6E4B3B62D}" type="pres">
      <dgm:prSet presAssocID="{DD3620DD-BB47-44A1-A3B7-927DB9909CA4}" presName="hierChild1" presStyleCnt="0">
        <dgm:presLayoutVars>
          <dgm:chPref val="1"/>
          <dgm:dir/>
          <dgm:animOne val="branch"/>
          <dgm:animLvl val="lvl"/>
          <dgm:resizeHandles/>
        </dgm:presLayoutVars>
      </dgm:prSet>
      <dgm:spPr/>
    </dgm:pt>
    <dgm:pt modelId="{04C0EFC0-E4C0-400A-AF3A-3CA23D929BFD}" type="pres">
      <dgm:prSet presAssocID="{98B4F8A7-11C2-45CC-9518-72C0BF489B2B}" presName="hierRoot1" presStyleCnt="0"/>
      <dgm:spPr/>
    </dgm:pt>
    <dgm:pt modelId="{313073F8-5151-4381-8323-F882D1E01BFE}" type="pres">
      <dgm:prSet presAssocID="{98B4F8A7-11C2-45CC-9518-72C0BF489B2B}" presName="composite" presStyleCnt="0"/>
      <dgm:spPr/>
    </dgm:pt>
    <dgm:pt modelId="{9B8C1839-8A01-408B-B6A9-71D85E88C35A}" type="pres">
      <dgm:prSet presAssocID="{98B4F8A7-11C2-45CC-9518-72C0BF489B2B}" presName="background" presStyleLbl="node0" presStyleIdx="0" presStyleCnt="3"/>
      <dgm:spPr/>
    </dgm:pt>
    <dgm:pt modelId="{1E47C054-5E09-4EA0-B89B-896C3C75CA61}" type="pres">
      <dgm:prSet presAssocID="{98B4F8A7-11C2-45CC-9518-72C0BF489B2B}" presName="text" presStyleLbl="fgAcc0" presStyleIdx="0" presStyleCnt="3" custLinFactNeighborX="1985" custLinFactNeighborY="1042">
        <dgm:presLayoutVars>
          <dgm:chPref val="3"/>
        </dgm:presLayoutVars>
      </dgm:prSet>
      <dgm:spPr/>
    </dgm:pt>
    <dgm:pt modelId="{E5D52EF6-E39A-4FC8-B317-8B014D60F4CD}" type="pres">
      <dgm:prSet presAssocID="{98B4F8A7-11C2-45CC-9518-72C0BF489B2B}" presName="hierChild2" presStyleCnt="0"/>
      <dgm:spPr/>
    </dgm:pt>
    <dgm:pt modelId="{DB017E49-4C79-48A6-9836-1213A5D67A10}" type="pres">
      <dgm:prSet presAssocID="{A6721B06-D804-44F9-9ECC-5A28E1CEA096}" presName="hierRoot1" presStyleCnt="0"/>
      <dgm:spPr/>
    </dgm:pt>
    <dgm:pt modelId="{F3429ED6-03E8-4578-90DC-B0F70442CFFB}" type="pres">
      <dgm:prSet presAssocID="{A6721B06-D804-44F9-9ECC-5A28E1CEA096}" presName="composite" presStyleCnt="0"/>
      <dgm:spPr/>
    </dgm:pt>
    <dgm:pt modelId="{3D06D222-215D-4A63-8F3C-F71E9C9D45F6}" type="pres">
      <dgm:prSet presAssocID="{A6721B06-D804-44F9-9ECC-5A28E1CEA096}" presName="background" presStyleLbl="node0" presStyleIdx="1" presStyleCnt="3"/>
      <dgm:spPr/>
    </dgm:pt>
    <dgm:pt modelId="{23984724-3537-4C55-9F63-677108DF3B32}" type="pres">
      <dgm:prSet presAssocID="{A6721B06-D804-44F9-9ECC-5A28E1CEA096}" presName="text" presStyleLbl="fgAcc0" presStyleIdx="1" presStyleCnt="3">
        <dgm:presLayoutVars>
          <dgm:chPref val="3"/>
        </dgm:presLayoutVars>
      </dgm:prSet>
      <dgm:spPr/>
    </dgm:pt>
    <dgm:pt modelId="{0D580E80-6AB3-47C9-84D4-2EABC80E000D}" type="pres">
      <dgm:prSet presAssocID="{A6721B06-D804-44F9-9ECC-5A28E1CEA096}" presName="hierChild2" presStyleCnt="0"/>
      <dgm:spPr/>
    </dgm:pt>
    <dgm:pt modelId="{52F08504-DA34-4239-84F8-12A853141412}" type="pres">
      <dgm:prSet presAssocID="{73AB45DB-184B-40FB-896E-5CD1B89B1010}" presName="hierRoot1" presStyleCnt="0"/>
      <dgm:spPr/>
    </dgm:pt>
    <dgm:pt modelId="{8F2EEB2E-BA08-42BA-9765-EA8295B1757C}" type="pres">
      <dgm:prSet presAssocID="{73AB45DB-184B-40FB-896E-5CD1B89B1010}" presName="composite" presStyleCnt="0"/>
      <dgm:spPr/>
    </dgm:pt>
    <dgm:pt modelId="{237ABAA3-23C8-498B-B3C5-60E2C347E8C9}" type="pres">
      <dgm:prSet presAssocID="{73AB45DB-184B-40FB-896E-5CD1B89B1010}" presName="background" presStyleLbl="node0" presStyleIdx="2" presStyleCnt="3"/>
      <dgm:spPr/>
    </dgm:pt>
    <dgm:pt modelId="{5FB40899-C985-45CE-8DA8-916FE35411FE}" type="pres">
      <dgm:prSet presAssocID="{73AB45DB-184B-40FB-896E-5CD1B89B1010}" presName="text" presStyleLbl="fgAcc0" presStyleIdx="2" presStyleCnt="3">
        <dgm:presLayoutVars>
          <dgm:chPref val="3"/>
        </dgm:presLayoutVars>
      </dgm:prSet>
      <dgm:spPr/>
    </dgm:pt>
    <dgm:pt modelId="{3255495A-71A8-4090-8692-83BB92B80863}" type="pres">
      <dgm:prSet presAssocID="{73AB45DB-184B-40FB-896E-5CD1B89B1010}" presName="hierChild2" presStyleCnt="0"/>
      <dgm:spPr/>
    </dgm:pt>
  </dgm:ptLst>
  <dgm:cxnLst>
    <dgm:cxn modelId="{CB0BAB25-C08A-410E-86FB-843993E6B527}" type="presOf" srcId="{98B4F8A7-11C2-45CC-9518-72C0BF489B2B}" destId="{1E47C054-5E09-4EA0-B89B-896C3C75CA61}" srcOrd="0" destOrd="0" presId="urn:microsoft.com/office/officeart/2005/8/layout/hierarchy1"/>
    <dgm:cxn modelId="{B0A0593F-D09A-459B-9B56-9CDB354640A7}" type="presOf" srcId="{DD3620DD-BB47-44A1-A3B7-927DB9909CA4}" destId="{AF783C06-1016-4083-9E2A-A0B6E4B3B62D}" srcOrd="0" destOrd="0" presId="urn:microsoft.com/office/officeart/2005/8/layout/hierarchy1"/>
    <dgm:cxn modelId="{25877976-C78A-4543-A40D-A70C01B7E568}" type="presOf" srcId="{A6721B06-D804-44F9-9ECC-5A28E1CEA096}" destId="{23984724-3537-4C55-9F63-677108DF3B32}" srcOrd="0" destOrd="0" presId="urn:microsoft.com/office/officeart/2005/8/layout/hierarchy1"/>
    <dgm:cxn modelId="{9DFA30CA-0A75-4F4D-9ADC-6E65BC3E92F6}" type="presOf" srcId="{73AB45DB-184B-40FB-896E-5CD1B89B1010}" destId="{5FB40899-C985-45CE-8DA8-916FE35411FE}" srcOrd="0" destOrd="0" presId="urn:microsoft.com/office/officeart/2005/8/layout/hierarchy1"/>
    <dgm:cxn modelId="{CFE05BDA-3CFD-43D9-A1EF-7FE0138BE280}" srcId="{DD3620DD-BB47-44A1-A3B7-927DB9909CA4}" destId="{98B4F8A7-11C2-45CC-9518-72C0BF489B2B}" srcOrd="0" destOrd="0" parTransId="{9BCF8B2D-8554-49D1-88B1-9999D120F3FC}" sibTransId="{C2196583-CE21-4230-AE10-FB1164A8362D}"/>
    <dgm:cxn modelId="{DB458BE2-2170-4C50-88A1-A1F83117D1AC}" srcId="{DD3620DD-BB47-44A1-A3B7-927DB9909CA4}" destId="{73AB45DB-184B-40FB-896E-5CD1B89B1010}" srcOrd="2" destOrd="0" parTransId="{2ED8DEFD-04B9-40FB-8443-CE791A637FD0}" sibTransId="{EAB9C2C9-AD89-4FBF-A2F5-0D0FED088497}"/>
    <dgm:cxn modelId="{930E32FE-3536-4DA9-9987-F0EB66F92188}" srcId="{DD3620DD-BB47-44A1-A3B7-927DB9909CA4}" destId="{A6721B06-D804-44F9-9ECC-5A28E1CEA096}" srcOrd="1" destOrd="0" parTransId="{82840EF1-25D0-4A49-99EC-46A8EBEAA34E}" sibTransId="{FA2A8AD5-18C2-4DF3-BF84-1EA9F1AC0041}"/>
    <dgm:cxn modelId="{2F102C7B-B42F-47C1-81C6-DC5D76128E7B}" type="presParOf" srcId="{AF783C06-1016-4083-9E2A-A0B6E4B3B62D}" destId="{04C0EFC0-E4C0-400A-AF3A-3CA23D929BFD}" srcOrd="0" destOrd="0" presId="urn:microsoft.com/office/officeart/2005/8/layout/hierarchy1"/>
    <dgm:cxn modelId="{D0EBAAAF-4ABC-4FAC-8D48-D011FC8A4170}" type="presParOf" srcId="{04C0EFC0-E4C0-400A-AF3A-3CA23D929BFD}" destId="{313073F8-5151-4381-8323-F882D1E01BFE}" srcOrd="0" destOrd="0" presId="urn:microsoft.com/office/officeart/2005/8/layout/hierarchy1"/>
    <dgm:cxn modelId="{03259CF8-0B5B-4611-A9FF-FB18D84A16EF}" type="presParOf" srcId="{313073F8-5151-4381-8323-F882D1E01BFE}" destId="{9B8C1839-8A01-408B-B6A9-71D85E88C35A}" srcOrd="0" destOrd="0" presId="urn:microsoft.com/office/officeart/2005/8/layout/hierarchy1"/>
    <dgm:cxn modelId="{3BB0E016-B4FC-44EF-9DC1-463E63D0831B}" type="presParOf" srcId="{313073F8-5151-4381-8323-F882D1E01BFE}" destId="{1E47C054-5E09-4EA0-B89B-896C3C75CA61}" srcOrd="1" destOrd="0" presId="urn:microsoft.com/office/officeart/2005/8/layout/hierarchy1"/>
    <dgm:cxn modelId="{E80F8B20-4256-49E8-B341-CE6BB671453E}" type="presParOf" srcId="{04C0EFC0-E4C0-400A-AF3A-3CA23D929BFD}" destId="{E5D52EF6-E39A-4FC8-B317-8B014D60F4CD}" srcOrd="1" destOrd="0" presId="urn:microsoft.com/office/officeart/2005/8/layout/hierarchy1"/>
    <dgm:cxn modelId="{EA83DD28-EC15-4F1A-B300-45104BE36828}" type="presParOf" srcId="{AF783C06-1016-4083-9E2A-A0B6E4B3B62D}" destId="{DB017E49-4C79-48A6-9836-1213A5D67A10}" srcOrd="1" destOrd="0" presId="urn:microsoft.com/office/officeart/2005/8/layout/hierarchy1"/>
    <dgm:cxn modelId="{74AF4B57-5229-4203-99EF-8EBA5DCB9E76}" type="presParOf" srcId="{DB017E49-4C79-48A6-9836-1213A5D67A10}" destId="{F3429ED6-03E8-4578-90DC-B0F70442CFFB}" srcOrd="0" destOrd="0" presId="urn:microsoft.com/office/officeart/2005/8/layout/hierarchy1"/>
    <dgm:cxn modelId="{E5BFA5C7-7008-40ED-A451-3AE657191114}" type="presParOf" srcId="{F3429ED6-03E8-4578-90DC-B0F70442CFFB}" destId="{3D06D222-215D-4A63-8F3C-F71E9C9D45F6}" srcOrd="0" destOrd="0" presId="urn:microsoft.com/office/officeart/2005/8/layout/hierarchy1"/>
    <dgm:cxn modelId="{C1028E3E-BEA0-4FF3-977F-519FA8D0D786}" type="presParOf" srcId="{F3429ED6-03E8-4578-90DC-B0F70442CFFB}" destId="{23984724-3537-4C55-9F63-677108DF3B32}" srcOrd="1" destOrd="0" presId="urn:microsoft.com/office/officeart/2005/8/layout/hierarchy1"/>
    <dgm:cxn modelId="{20FFB49F-1A37-4CD3-8C61-0A043A980906}" type="presParOf" srcId="{DB017E49-4C79-48A6-9836-1213A5D67A10}" destId="{0D580E80-6AB3-47C9-84D4-2EABC80E000D}" srcOrd="1" destOrd="0" presId="urn:microsoft.com/office/officeart/2005/8/layout/hierarchy1"/>
    <dgm:cxn modelId="{E4099DEC-227D-46C2-BE31-581AB4F7A917}" type="presParOf" srcId="{AF783C06-1016-4083-9E2A-A0B6E4B3B62D}" destId="{52F08504-DA34-4239-84F8-12A853141412}" srcOrd="2" destOrd="0" presId="urn:microsoft.com/office/officeart/2005/8/layout/hierarchy1"/>
    <dgm:cxn modelId="{4EC49892-CF5F-4A8E-ABFA-AE5EAAD0CEF4}" type="presParOf" srcId="{52F08504-DA34-4239-84F8-12A853141412}" destId="{8F2EEB2E-BA08-42BA-9765-EA8295B1757C}" srcOrd="0" destOrd="0" presId="urn:microsoft.com/office/officeart/2005/8/layout/hierarchy1"/>
    <dgm:cxn modelId="{F5A2329F-F250-4111-AA77-8F223913CE96}" type="presParOf" srcId="{8F2EEB2E-BA08-42BA-9765-EA8295B1757C}" destId="{237ABAA3-23C8-498B-B3C5-60E2C347E8C9}" srcOrd="0" destOrd="0" presId="urn:microsoft.com/office/officeart/2005/8/layout/hierarchy1"/>
    <dgm:cxn modelId="{E4137E4A-39DA-49C6-873C-19C46C86A363}" type="presParOf" srcId="{8F2EEB2E-BA08-42BA-9765-EA8295B1757C}" destId="{5FB40899-C985-45CE-8DA8-916FE35411FE}" srcOrd="1" destOrd="0" presId="urn:microsoft.com/office/officeart/2005/8/layout/hierarchy1"/>
    <dgm:cxn modelId="{6A067117-EE2E-4BC1-BFC0-830226337FCB}" type="presParOf" srcId="{52F08504-DA34-4239-84F8-12A853141412}" destId="{3255495A-71A8-4090-8692-83BB92B8086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DBC26A6-5967-445E-B394-CF3CEF369E62}"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A556453A-67C4-429F-9D6E-BFDC48CDD48A}">
      <dgm:prSet/>
      <dgm:spPr/>
      <dgm:t>
        <a:bodyPr/>
        <a:lstStyle/>
        <a:p>
          <a:r>
            <a:rPr lang="en-IN" dirty="0">
              <a:latin typeface="+mn-lt"/>
            </a:rPr>
            <a:t>The intricate nuance effects  observed after outlier removal in breast cancer present valuable advantages in several aspects:</a:t>
          </a:r>
          <a:endParaRPr lang="en-US" dirty="0">
            <a:latin typeface="+mn-lt"/>
          </a:endParaRPr>
        </a:p>
      </dgm:t>
    </dgm:pt>
    <dgm:pt modelId="{6552EEB1-7CE7-47CA-975F-AB5AB455CF17}" type="parTrans" cxnId="{CB7F0127-3455-4F03-87BD-373EE6D0CAE2}">
      <dgm:prSet/>
      <dgm:spPr/>
      <dgm:t>
        <a:bodyPr/>
        <a:lstStyle/>
        <a:p>
          <a:endParaRPr lang="en-US"/>
        </a:p>
      </dgm:t>
    </dgm:pt>
    <dgm:pt modelId="{138ED043-4CD3-4EF3-96CD-DA4ACBDDD028}" type="sibTrans" cxnId="{CB7F0127-3455-4F03-87BD-373EE6D0CAE2}">
      <dgm:prSet/>
      <dgm:spPr/>
      <dgm:t>
        <a:bodyPr/>
        <a:lstStyle/>
        <a:p>
          <a:endParaRPr lang="en-US"/>
        </a:p>
      </dgm:t>
    </dgm:pt>
    <dgm:pt modelId="{DDB3BC6F-44E3-4B16-9490-07B07C611E46}">
      <dgm:prSet/>
      <dgm:spPr/>
      <dgm:t>
        <a:bodyPr/>
        <a:lstStyle/>
        <a:p>
          <a:r>
            <a:rPr lang="en-IN" dirty="0"/>
            <a:t>1) Enhancing the accuracy , early diagnosis which is crucial for timely treatment initiation, as detecting subtle changes in the </a:t>
          </a:r>
          <a:r>
            <a:rPr lang="en-IN" dirty="0" err="1"/>
            <a:t>tumor</a:t>
          </a:r>
          <a:r>
            <a:rPr lang="en-IN" dirty="0"/>
            <a:t> is imperative in the patient survival.</a:t>
          </a:r>
          <a:endParaRPr lang="en-US" dirty="0"/>
        </a:p>
      </dgm:t>
    </dgm:pt>
    <dgm:pt modelId="{CA4153FF-0D37-45D7-A18E-356501A84BA3}" type="parTrans" cxnId="{F4F30F8C-091D-4F71-8093-269C89D2D01F}">
      <dgm:prSet/>
      <dgm:spPr/>
      <dgm:t>
        <a:bodyPr/>
        <a:lstStyle/>
        <a:p>
          <a:endParaRPr lang="en-US"/>
        </a:p>
      </dgm:t>
    </dgm:pt>
    <dgm:pt modelId="{07764D58-7AD4-4583-BEF1-D19D8C54EF51}" type="sibTrans" cxnId="{F4F30F8C-091D-4F71-8093-269C89D2D01F}">
      <dgm:prSet/>
      <dgm:spPr/>
      <dgm:t>
        <a:bodyPr/>
        <a:lstStyle/>
        <a:p>
          <a:endParaRPr lang="en-US"/>
        </a:p>
      </dgm:t>
    </dgm:pt>
    <dgm:pt modelId="{53AE0871-8B95-4D85-AF31-75EF13B36DE8}">
      <dgm:prSet/>
      <dgm:spPr/>
      <dgm:t>
        <a:bodyPr/>
        <a:lstStyle/>
        <a:p>
          <a:r>
            <a:rPr lang="en-IN"/>
            <a:t>2) Facilitating a deeper understanding of the cancer type or subtype, aiding doctors in implementing appropriate treatment modalities for individual patients.</a:t>
          </a:r>
          <a:endParaRPr lang="en-US"/>
        </a:p>
      </dgm:t>
    </dgm:pt>
    <dgm:pt modelId="{0816E202-2279-4934-A711-E16BFC9CF1C1}" type="parTrans" cxnId="{E351A9F6-0585-4650-AC45-7CFE183203A9}">
      <dgm:prSet/>
      <dgm:spPr/>
      <dgm:t>
        <a:bodyPr/>
        <a:lstStyle/>
        <a:p>
          <a:endParaRPr lang="en-US"/>
        </a:p>
      </dgm:t>
    </dgm:pt>
    <dgm:pt modelId="{D9B175F5-AC01-472E-91B4-4B5273182A32}" type="sibTrans" cxnId="{E351A9F6-0585-4650-AC45-7CFE183203A9}">
      <dgm:prSet/>
      <dgm:spPr/>
      <dgm:t>
        <a:bodyPr/>
        <a:lstStyle/>
        <a:p>
          <a:endParaRPr lang="en-US"/>
        </a:p>
      </dgm:t>
    </dgm:pt>
    <dgm:pt modelId="{485A6E37-90EE-4FE9-9DF8-A1DB4964E762}">
      <dgm:prSet/>
      <dgm:spPr/>
      <dgm:t>
        <a:bodyPr/>
        <a:lstStyle/>
        <a:p>
          <a:r>
            <a:rPr lang="en-IN"/>
            <a:t>3) Contributing to the prediction of effective treatment approaches based on the identified nuanced patterns.</a:t>
          </a:r>
          <a:endParaRPr lang="en-US"/>
        </a:p>
      </dgm:t>
    </dgm:pt>
    <dgm:pt modelId="{B70BE4F6-C621-4624-B6DD-301A4DE0E744}" type="parTrans" cxnId="{569193F7-BC90-423F-8E18-2BEF52683E89}">
      <dgm:prSet/>
      <dgm:spPr/>
      <dgm:t>
        <a:bodyPr/>
        <a:lstStyle/>
        <a:p>
          <a:endParaRPr lang="en-US"/>
        </a:p>
      </dgm:t>
    </dgm:pt>
    <dgm:pt modelId="{4B3A5553-62A4-4FFF-963E-2BE61DA22FAE}" type="sibTrans" cxnId="{569193F7-BC90-423F-8E18-2BEF52683E89}">
      <dgm:prSet/>
      <dgm:spPr/>
      <dgm:t>
        <a:bodyPr/>
        <a:lstStyle/>
        <a:p>
          <a:endParaRPr lang="en-US"/>
        </a:p>
      </dgm:t>
    </dgm:pt>
    <dgm:pt modelId="{DBA6758D-3F52-4698-AF38-C54E727A1389}">
      <dgm:prSet/>
      <dgm:spPr/>
      <dgm:t>
        <a:bodyPr/>
        <a:lstStyle/>
        <a:p>
          <a:r>
            <a:rPr lang="en-IN"/>
            <a:t>4) Assisting doctors in the identification of biomarkers, enabling a molecular-level comprehension of the cancer and paving the way for more targeted interventions.</a:t>
          </a:r>
          <a:endParaRPr lang="en-US"/>
        </a:p>
      </dgm:t>
    </dgm:pt>
    <dgm:pt modelId="{576674FC-B394-4701-B552-13D1D5B2AB1C}" type="parTrans" cxnId="{0759D7D8-714D-4B3E-95A3-8F0573AF15A0}">
      <dgm:prSet/>
      <dgm:spPr/>
      <dgm:t>
        <a:bodyPr/>
        <a:lstStyle/>
        <a:p>
          <a:endParaRPr lang="en-US"/>
        </a:p>
      </dgm:t>
    </dgm:pt>
    <dgm:pt modelId="{2B544FE5-52C2-46C8-88A1-E2B00C27A13F}" type="sibTrans" cxnId="{0759D7D8-714D-4B3E-95A3-8F0573AF15A0}">
      <dgm:prSet/>
      <dgm:spPr/>
      <dgm:t>
        <a:bodyPr/>
        <a:lstStyle/>
        <a:p>
          <a:endParaRPr lang="en-US"/>
        </a:p>
      </dgm:t>
    </dgm:pt>
    <dgm:pt modelId="{95F3D42C-8FA3-43A3-9FD6-2B269C12A9AA}">
      <dgm:prSet/>
      <dgm:spPr/>
      <dgm:t>
        <a:bodyPr/>
        <a:lstStyle/>
        <a:p>
          <a:r>
            <a:rPr lang="en-IN"/>
            <a:t>5) Serving as instrumental tools in ongoing research efforts, these patterns play a vital role in the discovery of new therapies and tools, ultimately improving patient survival outcomes.</a:t>
          </a:r>
        </a:p>
        <a:p>
          <a:endParaRPr lang="en-US"/>
        </a:p>
      </dgm:t>
    </dgm:pt>
    <dgm:pt modelId="{707AA4EF-0148-40E0-9E51-CA3FDD009F53}" type="parTrans" cxnId="{A5FA85F5-6F4E-41D7-9E00-862C69973416}">
      <dgm:prSet/>
      <dgm:spPr/>
      <dgm:t>
        <a:bodyPr/>
        <a:lstStyle/>
        <a:p>
          <a:endParaRPr lang="en-US"/>
        </a:p>
      </dgm:t>
    </dgm:pt>
    <dgm:pt modelId="{9DFF380F-6CBF-44A1-AB66-0A8A05470929}" type="sibTrans" cxnId="{A5FA85F5-6F4E-41D7-9E00-862C69973416}">
      <dgm:prSet/>
      <dgm:spPr/>
      <dgm:t>
        <a:bodyPr/>
        <a:lstStyle/>
        <a:p>
          <a:endParaRPr lang="en-US"/>
        </a:p>
      </dgm:t>
    </dgm:pt>
    <dgm:pt modelId="{56E5B904-0D89-4513-A7DD-5A4208BEBD3E}" type="pres">
      <dgm:prSet presAssocID="{2DBC26A6-5967-445E-B394-CF3CEF369E62}" presName="diagram" presStyleCnt="0">
        <dgm:presLayoutVars>
          <dgm:dir/>
          <dgm:resizeHandles val="exact"/>
        </dgm:presLayoutVars>
      </dgm:prSet>
      <dgm:spPr/>
    </dgm:pt>
    <dgm:pt modelId="{F05AD85B-1E19-4211-AF77-8F529DC57C42}" type="pres">
      <dgm:prSet presAssocID="{A556453A-67C4-429F-9D6E-BFDC48CDD48A}" presName="node" presStyleLbl="node1" presStyleIdx="0" presStyleCnt="6">
        <dgm:presLayoutVars>
          <dgm:bulletEnabled val="1"/>
        </dgm:presLayoutVars>
      </dgm:prSet>
      <dgm:spPr/>
    </dgm:pt>
    <dgm:pt modelId="{4EBBDC42-F744-4622-B4F1-28CD5F15E112}" type="pres">
      <dgm:prSet presAssocID="{138ED043-4CD3-4EF3-96CD-DA4ACBDDD028}" presName="sibTrans" presStyleCnt="0"/>
      <dgm:spPr/>
    </dgm:pt>
    <dgm:pt modelId="{F93692A1-F629-4BDB-B4A9-667D7397CE90}" type="pres">
      <dgm:prSet presAssocID="{DDB3BC6F-44E3-4B16-9490-07B07C611E46}" presName="node" presStyleLbl="node1" presStyleIdx="1" presStyleCnt="6">
        <dgm:presLayoutVars>
          <dgm:bulletEnabled val="1"/>
        </dgm:presLayoutVars>
      </dgm:prSet>
      <dgm:spPr/>
    </dgm:pt>
    <dgm:pt modelId="{014B890D-9587-4C9C-B15E-680298D0D6B5}" type="pres">
      <dgm:prSet presAssocID="{07764D58-7AD4-4583-BEF1-D19D8C54EF51}" presName="sibTrans" presStyleCnt="0"/>
      <dgm:spPr/>
    </dgm:pt>
    <dgm:pt modelId="{9FF1E77C-3CD0-4762-87ED-1731BB04471C}" type="pres">
      <dgm:prSet presAssocID="{53AE0871-8B95-4D85-AF31-75EF13B36DE8}" presName="node" presStyleLbl="node1" presStyleIdx="2" presStyleCnt="6">
        <dgm:presLayoutVars>
          <dgm:bulletEnabled val="1"/>
        </dgm:presLayoutVars>
      </dgm:prSet>
      <dgm:spPr/>
    </dgm:pt>
    <dgm:pt modelId="{52DD052A-0FCE-4D32-B1B3-D802A1F1FB04}" type="pres">
      <dgm:prSet presAssocID="{D9B175F5-AC01-472E-91B4-4B5273182A32}" presName="sibTrans" presStyleCnt="0"/>
      <dgm:spPr/>
    </dgm:pt>
    <dgm:pt modelId="{45DC263F-9FB8-425E-8C43-3B8592265160}" type="pres">
      <dgm:prSet presAssocID="{485A6E37-90EE-4FE9-9DF8-A1DB4964E762}" presName="node" presStyleLbl="node1" presStyleIdx="3" presStyleCnt="6">
        <dgm:presLayoutVars>
          <dgm:bulletEnabled val="1"/>
        </dgm:presLayoutVars>
      </dgm:prSet>
      <dgm:spPr/>
    </dgm:pt>
    <dgm:pt modelId="{BC1CEFAA-4904-4761-B26E-B10C65CE32DC}" type="pres">
      <dgm:prSet presAssocID="{4B3A5553-62A4-4FFF-963E-2BE61DA22FAE}" presName="sibTrans" presStyleCnt="0"/>
      <dgm:spPr/>
    </dgm:pt>
    <dgm:pt modelId="{FC7BDD01-3F3C-492E-9AC6-89524A33DD1F}" type="pres">
      <dgm:prSet presAssocID="{DBA6758D-3F52-4698-AF38-C54E727A1389}" presName="node" presStyleLbl="node1" presStyleIdx="4" presStyleCnt="6">
        <dgm:presLayoutVars>
          <dgm:bulletEnabled val="1"/>
        </dgm:presLayoutVars>
      </dgm:prSet>
      <dgm:spPr/>
    </dgm:pt>
    <dgm:pt modelId="{2C88C733-69C7-43A6-A738-09E19075B4C6}" type="pres">
      <dgm:prSet presAssocID="{2B544FE5-52C2-46C8-88A1-E2B00C27A13F}" presName="sibTrans" presStyleCnt="0"/>
      <dgm:spPr/>
    </dgm:pt>
    <dgm:pt modelId="{4BF268F3-EAA5-458D-A223-4F3B856F1738}" type="pres">
      <dgm:prSet presAssocID="{95F3D42C-8FA3-43A3-9FD6-2B269C12A9AA}" presName="node" presStyleLbl="node1" presStyleIdx="5" presStyleCnt="6">
        <dgm:presLayoutVars>
          <dgm:bulletEnabled val="1"/>
        </dgm:presLayoutVars>
      </dgm:prSet>
      <dgm:spPr/>
    </dgm:pt>
  </dgm:ptLst>
  <dgm:cxnLst>
    <dgm:cxn modelId="{48D48607-D256-42F4-A546-CECE64579EE9}" type="presOf" srcId="{A556453A-67C4-429F-9D6E-BFDC48CDD48A}" destId="{F05AD85B-1E19-4211-AF77-8F529DC57C42}" srcOrd="0" destOrd="0" presId="urn:microsoft.com/office/officeart/2005/8/layout/default"/>
    <dgm:cxn modelId="{0719ED1C-5FED-480B-8352-4D743194379D}" type="presOf" srcId="{95F3D42C-8FA3-43A3-9FD6-2B269C12A9AA}" destId="{4BF268F3-EAA5-458D-A223-4F3B856F1738}" srcOrd="0" destOrd="0" presId="urn:microsoft.com/office/officeart/2005/8/layout/default"/>
    <dgm:cxn modelId="{CB7F0127-3455-4F03-87BD-373EE6D0CAE2}" srcId="{2DBC26A6-5967-445E-B394-CF3CEF369E62}" destId="{A556453A-67C4-429F-9D6E-BFDC48CDD48A}" srcOrd="0" destOrd="0" parTransId="{6552EEB1-7CE7-47CA-975F-AB5AB455CF17}" sibTransId="{138ED043-4CD3-4EF3-96CD-DA4ACBDDD028}"/>
    <dgm:cxn modelId="{1AE8A639-2018-420F-999C-A5975D18C676}" type="presOf" srcId="{DBA6758D-3F52-4698-AF38-C54E727A1389}" destId="{FC7BDD01-3F3C-492E-9AC6-89524A33DD1F}" srcOrd="0" destOrd="0" presId="urn:microsoft.com/office/officeart/2005/8/layout/default"/>
    <dgm:cxn modelId="{A123DA55-F5FF-46FC-8997-B930DD630F47}" type="presOf" srcId="{53AE0871-8B95-4D85-AF31-75EF13B36DE8}" destId="{9FF1E77C-3CD0-4762-87ED-1731BB04471C}" srcOrd="0" destOrd="0" presId="urn:microsoft.com/office/officeart/2005/8/layout/default"/>
    <dgm:cxn modelId="{F4F30F8C-091D-4F71-8093-269C89D2D01F}" srcId="{2DBC26A6-5967-445E-B394-CF3CEF369E62}" destId="{DDB3BC6F-44E3-4B16-9490-07B07C611E46}" srcOrd="1" destOrd="0" parTransId="{CA4153FF-0D37-45D7-A18E-356501A84BA3}" sibTransId="{07764D58-7AD4-4583-BEF1-D19D8C54EF51}"/>
    <dgm:cxn modelId="{E7883CAD-8484-488D-8C7D-FF4D715FE333}" type="presOf" srcId="{2DBC26A6-5967-445E-B394-CF3CEF369E62}" destId="{56E5B904-0D89-4513-A7DD-5A4208BEBD3E}" srcOrd="0" destOrd="0" presId="urn:microsoft.com/office/officeart/2005/8/layout/default"/>
    <dgm:cxn modelId="{488D21D1-4BAA-4329-B6B2-F538EBC7369A}" type="presOf" srcId="{DDB3BC6F-44E3-4B16-9490-07B07C611E46}" destId="{F93692A1-F629-4BDB-B4A9-667D7397CE90}" srcOrd="0" destOrd="0" presId="urn:microsoft.com/office/officeart/2005/8/layout/default"/>
    <dgm:cxn modelId="{F56E55D7-0CF1-4B99-80B1-9F1C40C193F4}" type="presOf" srcId="{485A6E37-90EE-4FE9-9DF8-A1DB4964E762}" destId="{45DC263F-9FB8-425E-8C43-3B8592265160}" srcOrd="0" destOrd="0" presId="urn:microsoft.com/office/officeart/2005/8/layout/default"/>
    <dgm:cxn modelId="{0759D7D8-714D-4B3E-95A3-8F0573AF15A0}" srcId="{2DBC26A6-5967-445E-B394-CF3CEF369E62}" destId="{DBA6758D-3F52-4698-AF38-C54E727A1389}" srcOrd="4" destOrd="0" parTransId="{576674FC-B394-4701-B552-13D1D5B2AB1C}" sibTransId="{2B544FE5-52C2-46C8-88A1-E2B00C27A13F}"/>
    <dgm:cxn modelId="{A5FA85F5-6F4E-41D7-9E00-862C69973416}" srcId="{2DBC26A6-5967-445E-B394-CF3CEF369E62}" destId="{95F3D42C-8FA3-43A3-9FD6-2B269C12A9AA}" srcOrd="5" destOrd="0" parTransId="{707AA4EF-0148-40E0-9E51-CA3FDD009F53}" sibTransId="{9DFF380F-6CBF-44A1-AB66-0A8A05470929}"/>
    <dgm:cxn modelId="{E351A9F6-0585-4650-AC45-7CFE183203A9}" srcId="{2DBC26A6-5967-445E-B394-CF3CEF369E62}" destId="{53AE0871-8B95-4D85-AF31-75EF13B36DE8}" srcOrd="2" destOrd="0" parTransId="{0816E202-2279-4934-A711-E16BFC9CF1C1}" sibTransId="{D9B175F5-AC01-472E-91B4-4B5273182A32}"/>
    <dgm:cxn modelId="{569193F7-BC90-423F-8E18-2BEF52683E89}" srcId="{2DBC26A6-5967-445E-B394-CF3CEF369E62}" destId="{485A6E37-90EE-4FE9-9DF8-A1DB4964E762}" srcOrd="3" destOrd="0" parTransId="{B70BE4F6-C621-4624-B6DD-301A4DE0E744}" sibTransId="{4B3A5553-62A4-4FFF-963E-2BE61DA22FAE}"/>
    <dgm:cxn modelId="{A003A195-3857-4F0F-A07E-06DFD2F8BB03}" type="presParOf" srcId="{56E5B904-0D89-4513-A7DD-5A4208BEBD3E}" destId="{F05AD85B-1E19-4211-AF77-8F529DC57C42}" srcOrd="0" destOrd="0" presId="urn:microsoft.com/office/officeart/2005/8/layout/default"/>
    <dgm:cxn modelId="{AFC096F1-6527-4108-90E0-FD6B960AA2C8}" type="presParOf" srcId="{56E5B904-0D89-4513-A7DD-5A4208BEBD3E}" destId="{4EBBDC42-F744-4622-B4F1-28CD5F15E112}" srcOrd="1" destOrd="0" presId="urn:microsoft.com/office/officeart/2005/8/layout/default"/>
    <dgm:cxn modelId="{117BF330-5985-40A8-B3A8-387AC7D64C57}" type="presParOf" srcId="{56E5B904-0D89-4513-A7DD-5A4208BEBD3E}" destId="{F93692A1-F629-4BDB-B4A9-667D7397CE90}" srcOrd="2" destOrd="0" presId="urn:microsoft.com/office/officeart/2005/8/layout/default"/>
    <dgm:cxn modelId="{5C140C7D-7494-4BBF-8D55-5B78EAA69B03}" type="presParOf" srcId="{56E5B904-0D89-4513-A7DD-5A4208BEBD3E}" destId="{014B890D-9587-4C9C-B15E-680298D0D6B5}" srcOrd="3" destOrd="0" presId="urn:microsoft.com/office/officeart/2005/8/layout/default"/>
    <dgm:cxn modelId="{DD973655-6744-4CE3-94E0-3DF913C9E91F}" type="presParOf" srcId="{56E5B904-0D89-4513-A7DD-5A4208BEBD3E}" destId="{9FF1E77C-3CD0-4762-87ED-1731BB04471C}" srcOrd="4" destOrd="0" presId="urn:microsoft.com/office/officeart/2005/8/layout/default"/>
    <dgm:cxn modelId="{C05818E1-3E5B-4EB9-93BE-F498E9154A5F}" type="presParOf" srcId="{56E5B904-0D89-4513-A7DD-5A4208BEBD3E}" destId="{52DD052A-0FCE-4D32-B1B3-D802A1F1FB04}" srcOrd="5" destOrd="0" presId="urn:microsoft.com/office/officeart/2005/8/layout/default"/>
    <dgm:cxn modelId="{82236EAB-BB46-4510-A4E6-57C5711156F4}" type="presParOf" srcId="{56E5B904-0D89-4513-A7DD-5A4208BEBD3E}" destId="{45DC263F-9FB8-425E-8C43-3B8592265160}" srcOrd="6" destOrd="0" presId="urn:microsoft.com/office/officeart/2005/8/layout/default"/>
    <dgm:cxn modelId="{03F59990-2A49-4D2F-B453-06C9913F1D71}" type="presParOf" srcId="{56E5B904-0D89-4513-A7DD-5A4208BEBD3E}" destId="{BC1CEFAA-4904-4761-B26E-B10C65CE32DC}" srcOrd="7" destOrd="0" presId="urn:microsoft.com/office/officeart/2005/8/layout/default"/>
    <dgm:cxn modelId="{7AE92748-AB84-438D-8016-50C5BF8D99D4}" type="presParOf" srcId="{56E5B904-0D89-4513-A7DD-5A4208BEBD3E}" destId="{FC7BDD01-3F3C-492E-9AC6-89524A33DD1F}" srcOrd="8" destOrd="0" presId="urn:microsoft.com/office/officeart/2005/8/layout/default"/>
    <dgm:cxn modelId="{02575A3A-C045-460E-9E94-D2963F328D3B}" type="presParOf" srcId="{56E5B904-0D89-4513-A7DD-5A4208BEBD3E}" destId="{2C88C733-69C7-43A6-A738-09E19075B4C6}" srcOrd="9" destOrd="0" presId="urn:microsoft.com/office/officeart/2005/8/layout/default"/>
    <dgm:cxn modelId="{B5D2998C-E5C7-4EA0-A12B-BAD9849E5751}" type="presParOf" srcId="{56E5B904-0D89-4513-A7DD-5A4208BEBD3E}" destId="{4BF268F3-EAA5-458D-A223-4F3B856F1738}"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8F39F-C559-40EB-81C5-4F1578CAA7A0}">
      <dsp:nvSpPr>
        <dsp:cNvPr id="0" name=""/>
        <dsp:cNvSpPr/>
      </dsp:nvSpPr>
      <dsp:spPr>
        <a:xfrm>
          <a:off x="0" y="43096"/>
          <a:ext cx="6910387" cy="1204588"/>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kern="1200" dirty="0">
              <a:solidFill>
                <a:schemeClr val="tx1"/>
              </a:solidFill>
            </a:rPr>
            <a:t>Breast cancer is one of the most prevalent illness among females. One out of  every eight women has breast cancer. </a:t>
          </a:r>
        </a:p>
      </dsp:txBody>
      <dsp:txXfrm>
        <a:off x="58803" y="101899"/>
        <a:ext cx="6792781" cy="1086982"/>
      </dsp:txXfrm>
    </dsp:sp>
    <dsp:sp modelId="{4CCDE3FC-D934-425C-B86F-5066030162C4}">
      <dsp:nvSpPr>
        <dsp:cNvPr id="0" name=""/>
        <dsp:cNvSpPr/>
      </dsp:nvSpPr>
      <dsp:spPr>
        <a:xfrm>
          <a:off x="0" y="1296644"/>
          <a:ext cx="6910387" cy="1204588"/>
        </a:xfrm>
        <a:prstGeom prst="roundRect">
          <a:avLst/>
        </a:prstGeom>
        <a:solidFill>
          <a:schemeClr val="accent5">
            <a:hueOff val="709040"/>
            <a:satOff val="-7964"/>
            <a:lumOff val="-16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solidFill>
                <a:schemeClr val="tx1"/>
              </a:solidFill>
            </a:rPr>
            <a:t>With the exception of skin cancers breast cancer is the most frequent malignancy among Canadian women. For Canadian women, it is the second most common cause of cancer-related mortality. Men can also get breast cancer however it is rare.</a:t>
          </a:r>
        </a:p>
      </dsp:txBody>
      <dsp:txXfrm>
        <a:off x="58803" y="1355447"/>
        <a:ext cx="6792781" cy="1086982"/>
      </dsp:txXfrm>
    </dsp:sp>
    <dsp:sp modelId="{61E97E4D-3C7D-4893-ACCC-7C9C80FB25B8}">
      <dsp:nvSpPr>
        <dsp:cNvPr id="0" name=""/>
        <dsp:cNvSpPr/>
      </dsp:nvSpPr>
      <dsp:spPr>
        <a:xfrm>
          <a:off x="0" y="2550192"/>
          <a:ext cx="6910387" cy="1204588"/>
        </a:xfrm>
        <a:prstGeom prst="roundRect">
          <a:avLst/>
        </a:prstGeom>
        <a:solidFill>
          <a:schemeClr val="accent5">
            <a:hueOff val="1418080"/>
            <a:satOff val="-15927"/>
            <a:lumOff val="-33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While the majority of cases of breast cancer are benign, some are malignant (cancerous). Therefore, it is necessary to identify whether breast cancer is malignant or not.</a:t>
          </a:r>
          <a:endParaRPr lang="en-US" sz="1700" kern="1200" dirty="0">
            <a:solidFill>
              <a:schemeClr val="tx1"/>
            </a:solidFill>
          </a:endParaRPr>
        </a:p>
      </dsp:txBody>
      <dsp:txXfrm>
        <a:off x="58803" y="2608995"/>
        <a:ext cx="6792781" cy="1086982"/>
      </dsp:txXfrm>
    </dsp:sp>
    <dsp:sp modelId="{1981AC66-CDCA-441F-8A7F-9BD84D21B81C}">
      <dsp:nvSpPr>
        <dsp:cNvPr id="0" name=""/>
        <dsp:cNvSpPr/>
      </dsp:nvSpPr>
      <dsp:spPr>
        <a:xfrm>
          <a:off x="0" y="3803740"/>
          <a:ext cx="6910387" cy="1204588"/>
        </a:xfrm>
        <a:prstGeom prst="round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dirty="0">
              <a:solidFill>
                <a:schemeClr val="tx1"/>
              </a:solidFill>
            </a:rPr>
            <a:t>Hence early diagnosis of Breast Cancer and ability to predict that cancer is malignant(cancerous) or benign(non-cancerous) is  of utmost importance as it improves the survival and life expectancy of the effected woman </a:t>
          </a:r>
          <a:endParaRPr lang="en-US" sz="1700" kern="1200" dirty="0">
            <a:solidFill>
              <a:schemeClr val="tx1"/>
            </a:solidFill>
          </a:endParaRPr>
        </a:p>
      </dsp:txBody>
      <dsp:txXfrm>
        <a:off x="58803" y="3862543"/>
        <a:ext cx="6792781" cy="10869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CFE53-92B3-46F1-A6FC-1ECB7D1A735C}">
      <dsp:nvSpPr>
        <dsp:cNvPr id="0" name=""/>
        <dsp:cNvSpPr/>
      </dsp:nvSpPr>
      <dsp:spPr>
        <a:xfrm>
          <a:off x="0" y="4413"/>
          <a:ext cx="6797675"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E9C81-963C-442F-870F-70D5F90D8FD3}">
      <dsp:nvSpPr>
        <dsp:cNvPr id="0" name=""/>
        <dsp:cNvSpPr/>
      </dsp:nvSpPr>
      <dsp:spPr>
        <a:xfrm>
          <a:off x="284404" y="215954"/>
          <a:ext cx="517099" cy="517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DEEE6E-D2DF-4871-B4D7-25FBE1E820CC}">
      <dsp:nvSpPr>
        <dsp:cNvPr id="0" name=""/>
        <dsp:cNvSpPr/>
      </dsp:nvSpPr>
      <dsp:spPr>
        <a:xfrm>
          <a:off x="1085908" y="4413"/>
          <a:ext cx="5711766"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622300">
            <a:lnSpc>
              <a:spcPct val="100000"/>
            </a:lnSpc>
            <a:spcBef>
              <a:spcPct val="0"/>
            </a:spcBef>
            <a:spcAft>
              <a:spcPct val="35000"/>
            </a:spcAft>
            <a:buNone/>
          </a:pPr>
          <a:r>
            <a:rPr lang="en-IN" sz="1400" kern="1200" dirty="0"/>
            <a:t>Dataset have taken from Kaggle website:-</a:t>
          </a:r>
          <a:r>
            <a:rPr lang="en-IN" sz="1400" kern="1200" dirty="0">
              <a:hlinkClick xmlns:r="http://schemas.openxmlformats.org/officeDocument/2006/relationships" r:id="rId3"/>
            </a:rPr>
            <a:t>https://www.kaggle.com/datasets/nancyalaswad90/breast-cancer-dataset</a:t>
          </a:r>
          <a:endParaRPr lang="en-US" sz="1400" kern="1200" dirty="0"/>
        </a:p>
      </dsp:txBody>
      <dsp:txXfrm>
        <a:off x="1085908" y="4413"/>
        <a:ext cx="5711766" cy="940180"/>
      </dsp:txXfrm>
    </dsp:sp>
    <dsp:sp modelId="{7109B06D-1F16-4CF9-BD3B-390E70493918}">
      <dsp:nvSpPr>
        <dsp:cNvPr id="0" name=""/>
        <dsp:cNvSpPr/>
      </dsp:nvSpPr>
      <dsp:spPr>
        <a:xfrm>
          <a:off x="0" y="1179639"/>
          <a:ext cx="6797675"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AFD0E-29E9-46BD-AB07-0AA88A82EA3E}">
      <dsp:nvSpPr>
        <dsp:cNvPr id="0" name=""/>
        <dsp:cNvSpPr/>
      </dsp:nvSpPr>
      <dsp:spPr>
        <a:xfrm>
          <a:off x="284404" y="1391180"/>
          <a:ext cx="517099" cy="517099"/>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BC56DB-8728-4DA0-BD52-2F46ABE91D81}">
      <dsp:nvSpPr>
        <dsp:cNvPr id="0" name=""/>
        <dsp:cNvSpPr/>
      </dsp:nvSpPr>
      <dsp:spPr>
        <a:xfrm>
          <a:off x="1085908" y="1179639"/>
          <a:ext cx="5711766"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622300">
            <a:lnSpc>
              <a:spcPct val="100000"/>
            </a:lnSpc>
            <a:spcBef>
              <a:spcPct val="0"/>
            </a:spcBef>
            <a:spcAft>
              <a:spcPct val="35000"/>
            </a:spcAft>
            <a:buNone/>
          </a:pPr>
          <a:r>
            <a:rPr lang="en-IN" sz="1400" kern="1200"/>
            <a:t>This dataset consists of 33 attributes which are x variables and two y variables  as M(Malignant) and B(Benign)</a:t>
          </a:r>
          <a:endParaRPr lang="en-US" sz="1400" kern="1200"/>
        </a:p>
      </dsp:txBody>
      <dsp:txXfrm>
        <a:off x="1085908" y="1179639"/>
        <a:ext cx="5711766" cy="940180"/>
      </dsp:txXfrm>
    </dsp:sp>
    <dsp:sp modelId="{FFC16198-DBA8-42F5-B4D3-40598E4C4C6B}">
      <dsp:nvSpPr>
        <dsp:cNvPr id="0" name=""/>
        <dsp:cNvSpPr/>
      </dsp:nvSpPr>
      <dsp:spPr>
        <a:xfrm>
          <a:off x="0" y="2354865"/>
          <a:ext cx="6797675"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4D0A93-ECDC-4537-9ABD-A62D1502CE2F}">
      <dsp:nvSpPr>
        <dsp:cNvPr id="0" name=""/>
        <dsp:cNvSpPr/>
      </dsp:nvSpPr>
      <dsp:spPr>
        <a:xfrm>
          <a:off x="284404" y="2566406"/>
          <a:ext cx="517099" cy="517099"/>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FEA1E9-B059-4F6D-8EB5-98F98968485F}">
      <dsp:nvSpPr>
        <dsp:cNvPr id="0" name=""/>
        <dsp:cNvSpPr/>
      </dsp:nvSpPr>
      <dsp:spPr>
        <a:xfrm>
          <a:off x="1085908" y="2354865"/>
          <a:ext cx="5711766"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622300">
            <a:lnSpc>
              <a:spcPct val="100000"/>
            </a:lnSpc>
            <a:spcBef>
              <a:spcPct val="0"/>
            </a:spcBef>
            <a:spcAft>
              <a:spcPct val="35000"/>
            </a:spcAft>
            <a:buNone/>
          </a:pPr>
          <a:r>
            <a:rPr lang="en-IN" sz="1400" kern="1200" dirty="0"/>
            <a:t>There are 570 rows and 33 columns in the data set </a:t>
          </a:r>
          <a:endParaRPr lang="en-US" sz="1400" kern="1200" dirty="0"/>
        </a:p>
      </dsp:txBody>
      <dsp:txXfrm>
        <a:off x="1085908" y="2354865"/>
        <a:ext cx="5711766" cy="940180"/>
      </dsp:txXfrm>
    </dsp:sp>
    <dsp:sp modelId="{5F8001D1-497A-463C-8636-43BCAE63CCCF}">
      <dsp:nvSpPr>
        <dsp:cNvPr id="0" name=""/>
        <dsp:cNvSpPr/>
      </dsp:nvSpPr>
      <dsp:spPr>
        <a:xfrm>
          <a:off x="0" y="3530091"/>
          <a:ext cx="6797675"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52942-D6C6-422D-B46E-DDAC5EA84492}">
      <dsp:nvSpPr>
        <dsp:cNvPr id="0" name=""/>
        <dsp:cNvSpPr/>
      </dsp:nvSpPr>
      <dsp:spPr>
        <a:xfrm>
          <a:off x="284404" y="3741632"/>
          <a:ext cx="517099" cy="517099"/>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4D3BB4-86B8-4D2C-87E3-C136F8FA668D}">
      <dsp:nvSpPr>
        <dsp:cNvPr id="0" name=""/>
        <dsp:cNvSpPr/>
      </dsp:nvSpPr>
      <dsp:spPr>
        <a:xfrm>
          <a:off x="1085908" y="3530091"/>
          <a:ext cx="5711766"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622300">
            <a:lnSpc>
              <a:spcPct val="100000"/>
            </a:lnSpc>
            <a:spcBef>
              <a:spcPct val="0"/>
            </a:spcBef>
            <a:spcAft>
              <a:spcPct val="35000"/>
            </a:spcAft>
            <a:buNone/>
          </a:pPr>
          <a:r>
            <a:rPr lang="en-IN" sz="1400" kern="1200" dirty="0"/>
            <a:t>Breast cancer Wisconsin(diagnostic) database  was taken from open-source  site Kaggle .This dataset we can help diagnose patients and predict the likelihood of a breast cancer(malignant)</a:t>
          </a:r>
          <a:endParaRPr lang="en-US" sz="1400" kern="1200" dirty="0"/>
        </a:p>
      </dsp:txBody>
      <dsp:txXfrm>
        <a:off x="1085908" y="3530091"/>
        <a:ext cx="5711766" cy="940180"/>
      </dsp:txXfrm>
    </dsp:sp>
    <dsp:sp modelId="{9C9E0A89-62FE-48E6-B016-296351E0EDF3}">
      <dsp:nvSpPr>
        <dsp:cNvPr id="0" name=""/>
        <dsp:cNvSpPr/>
      </dsp:nvSpPr>
      <dsp:spPr>
        <a:xfrm>
          <a:off x="0" y="4709731"/>
          <a:ext cx="6797675"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9688DD-6004-4592-87E1-592598AD1C1A}">
      <dsp:nvSpPr>
        <dsp:cNvPr id="0" name=""/>
        <dsp:cNvSpPr/>
      </dsp:nvSpPr>
      <dsp:spPr>
        <a:xfrm>
          <a:off x="284404" y="4916857"/>
          <a:ext cx="517099" cy="517099"/>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350938-1230-444E-A082-5A021A4149B9}">
      <dsp:nvSpPr>
        <dsp:cNvPr id="0" name=""/>
        <dsp:cNvSpPr/>
      </dsp:nvSpPr>
      <dsp:spPr>
        <a:xfrm>
          <a:off x="1085908" y="4705317"/>
          <a:ext cx="5711766"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622300">
            <a:lnSpc>
              <a:spcPct val="100000"/>
            </a:lnSpc>
            <a:spcBef>
              <a:spcPct val="0"/>
            </a:spcBef>
            <a:spcAft>
              <a:spcPct val="35000"/>
            </a:spcAft>
            <a:buNone/>
          </a:pPr>
          <a:r>
            <a:rPr lang="en-IN" sz="1400" kern="1200" dirty="0"/>
            <a:t>The x variable are 33 attributes like radius ,texture ,perimeter ,area smoothness etc.</a:t>
          </a:r>
          <a:endParaRPr lang="en-US" sz="1400" kern="1200" dirty="0"/>
        </a:p>
      </dsp:txBody>
      <dsp:txXfrm>
        <a:off x="1085908" y="4705317"/>
        <a:ext cx="5711766" cy="940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55A52-201C-4AEE-8549-52070E7CF580}">
      <dsp:nvSpPr>
        <dsp:cNvPr id="0" name=""/>
        <dsp:cNvSpPr/>
      </dsp:nvSpPr>
      <dsp:spPr>
        <a:xfrm>
          <a:off x="350685" y="409384"/>
          <a:ext cx="1081916" cy="108191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3DC022-4D58-40CC-BE04-3F5CBA38A1F2}">
      <dsp:nvSpPr>
        <dsp:cNvPr id="0" name=""/>
        <dsp:cNvSpPr/>
      </dsp:nvSpPr>
      <dsp:spPr>
        <a:xfrm>
          <a:off x="581258" y="639956"/>
          <a:ext cx="620771" cy="6207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DCF58D-6B45-4646-A364-53EB4CB4F428}">
      <dsp:nvSpPr>
        <dsp:cNvPr id="0" name=""/>
        <dsp:cNvSpPr/>
      </dsp:nvSpPr>
      <dsp:spPr>
        <a:xfrm>
          <a:off x="4827" y="1828290"/>
          <a:ext cx="1773632" cy="1527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IN" sz="1100" kern="1200"/>
            <a:t>My objective is to determine whether the tumour  is malignant or benign </a:t>
          </a:r>
          <a:endParaRPr lang="en-US" sz="1100" kern="1200"/>
        </a:p>
      </dsp:txBody>
      <dsp:txXfrm>
        <a:off x="4827" y="1828290"/>
        <a:ext cx="1773632" cy="1527679"/>
      </dsp:txXfrm>
    </dsp:sp>
    <dsp:sp modelId="{F70721B8-9096-4460-A9F4-C4ACF3ECDCF3}">
      <dsp:nvSpPr>
        <dsp:cNvPr id="0" name=""/>
        <dsp:cNvSpPr/>
      </dsp:nvSpPr>
      <dsp:spPr>
        <a:xfrm>
          <a:off x="2434704" y="409384"/>
          <a:ext cx="1081916" cy="108191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15206F-62D5-4F96-90F5-3321AE5D32FF}">
      <dsp:nvSpPr>
        <dsp:cNvPr id="0" name=""/>
        <dsp:cNvSpPr/>
      </dsp:nvSpPr>
      <dsp:spPr>
        <a:xfrm>
          <a:off x="2665276" y="639956"/>
          <a:ext cx="620771" cy="6207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657EA9-8D95-4B82-B651-00AC5799CD63}">
      <dsp:nvSpPr>
        <dsp:cNvPr id="0" name=""/>
        <dsp:cNvSpPr/>
      </dsp:nvSpPr>
      <dsp:spPr>
        <a:xfrm>
          <a:off x="2088846" y="1828290"/>
          <a:ext cx="1773632" cy="1527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IN" sz="1100" kern="1200"/>
            <a:t>I will also implement classification algorithms like logistic regression, random forest  , decision Tree  algorithms</a:t>
          </a:r>
          <a:endParaRPr lang="en-US" sz="1100" kern="1200"/>
        </a:p>
      </dsp:txBody>
      <dsp:txXfrm>
        <a:off x="2088846" y="1828290"/>
        <a:ext cx="1773632" cy="1527679"/>
      </dsp:txXfrm>
    </dsp:sp>
    <dsp:sp modelId="{D697B4F0-FA56-4CE5-8791-E0022BAA5968}">
      <dsp:nvSpPr>
        <dsp:cNvPr id="0" name=""/>
        <dsp:cNvSpPr/>
      </dsp:nvSpPr>
      <dsp:spPr>
        <a:xfrm>
          <a:off x="4518722" y="409384"/>
          <a:ext cx="1081916" cy="108191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8CA4C-9D21-46C3-A96F-8F455D547A6F}">
      <dsp:nvSpPr>
        <dsp:cNvPr id="0" name=""/>
        <dsp:cNvSpPr/>
      </dsp:nvSpPr>
      <dsp:spPr>
        <a:xfrm>
          <a:off x="4749295" y="639956"/>
          <a:ext cx="620771" cy="6207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D6C5C8-0471-4680-B1DD-ADD82DEEF26F}">
      <dsp:nvSpPr>
        <dsp:cNvPr id="0" name=""/>
        <dsp:cNvSpPr/>
      </dsp:nvSpPr>
      <dsp:spPr>
        <a:xfrm>
          <a:off x="4172864" y="1828290"/>
          <a:ext cx="1773632" cy="1527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IN" sz="1100" kern="1200"/>
            <a:t>I propose to  use Principal component analysis (PCA) model</a:t>
          </a:r>
          <a:endParaRPr lang="en-US" sz="1100" kern="1200"/>
        </a:p>
      </dsp:txBody>
      <dsp:txXfrm>
        <a:off x="4172864" y="1828290"/>
        <a:ext cx="1773632" cy="1527679"/>
      </dsp:txXfrm>
    </dsp:sp>
    <dsp:sp modelId="{5A51ED88-C239-447E-AFB9-52497D338B8B}">
      <dsp:nvSpPr>
        <dsp:cNvPr id="0" name=""/>
        <dsp:cNvSpPr/>
      </dsp:nvSpPr>
      <dsp:spPr>
        <a:xfrm>
          <a:off x="6602741" y="409384"/>
          <a:ext cx="1081916" cy="108191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CAC2CB-92BB-4386-B2F2-21B56883F51A}">
      <dsp:nvSpPr>
        <dsp:cNvPr id="0" name=""/>
        <dsp:cNvSpPr/>
      </dsp:nvSpPr>
      <dsp:spPr>
        <a:xfrm>
          <a:off x="6833313" y="639956"/>
          <a:ext cx="620771" cy="6207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03BF88-E47D-46FB-A036-D2D34A7211FF}">
      <dsp:nvSpPr>
        <dsp:cNvPr id="0" name=""/>
        <dsp:cNvSpPr/>
      </dsp:nvSpPr>
      <dsp:spPr>
        <a:xfrm>
          <a:off x="6256883" y="1828290"/>
          <a:ext cx="1773632" cy="1527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IN" sz="1100" kern="1200" dirty="0"/>
            <a:t>The main objective of the project is to predict and help in early diagnosis of the breast cancer using ML algorithms AND PCA MODEL</a:t>
          </a:r>
          <a:endParaRPr lang="en-US" sz="1100" kern="1200" dirty="0"/>
        </a:p>
      </dsp:txBody>
      <dsp:txXfrm>
        <a:off x="6256883" y="1828290"/>
        <a:ext cx="1773632" cy="1527679"/>
      </dsp:txXfrm>
    </dsp:sp>
    <dsp:sp modelId="{EDDBA1D9-8FDB-4DE7-B048-7600002FFF4F}">
      <dsp:nvSpPr>
        <dsp:cNvPr id="0" name=""/>
        <dsp:cNvSpPr/>
      </dsp:nvSpPr>
      <dsp:spPr>
        <a:xfrm>
          <a:off x="8686760" y="409384"/>
          <a:ext cx="1081916" cy="108191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FA4103-DAB2-49AC-90C6-DF4226664AF7}">
      <dsp:nvSpPr>
        <dsp:cNvPr id="0" name=""/>
        <dsp:cNvSpPr/>
      </dsp:nvSpPr>
      <dsp:spPr>
        <a:xfrm>
          <a:off x="8917332" y="639956"/>
          <a:ext cx="620771" cy="62077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711472-AC6A-4678-A129-2C2A28E55899}">
      <dsp:nvSpPr>
        <dsp:cNvPr id="0" name=""/>
        <dsp:cNvSpPr/>
      </dsp:nvSpPr>
      <dsp:spPr>
        <a:xfrm>
          <a:off x="8340901" y="1828290"/>
          <a:ext cx="1773632" cy="1527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IN" sz="1100" kern="1200"/>
            <a:t>I also propose to find out which algorithm is most effective method to predict breast cancer between logistic regression and random forest with the help of confusion matrix,accurarcy,precision,f1_score and recall</a:t>
          </a:r>
          <a:endParaRPr lang="en-US" sz="1100" kern="1200"/>
        </a:p>
      </dsp:txBody>
      <dsp:txXfrm>
        <a:off x="8340901" y="1828290"/>
        <a:ext cx="1773632" cy="15276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C1839-8A01-408B-B6A9-71D85E88C35A}">
      <dsp:nvSpPr>
        <dsp:cNvPr id="0" name=""/>
        <dsp:cNvSpPr/>
      </dsp:nvSpPr>
      <dsp:spPr>
        <a:xfrm>
          <a:off x="31645" y="858430"/>
          <a:ext cx="1594222" cy="101233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47C054-5E09-4EA0-B89B-896C3C75CA61}">
      <dsp:nvSpPr>
        <dsp:cNvPr id="0" name=""/>
        <dsp:cNvSpPr/>
      </dsp:nvSpPr>
      <dsp:spPr>
        <a:xfrm>
          <a:off x="208781" y="1026709"/>
          <a:ext cx="1594222" cy="101233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Before Removing Outliers:                                                           After Removing Outliers:</a:t>
          </a:r>
        </a:p>
      </dsp:txBody>
      <dsp:txXfrm>
        <a:off x="238431" y="1056359"/>
        <a:ext cx="1534922" cy="953031"/>
      </dsp:txXfrm>
    </dsp:sp>
    <dsp:sp modelId="{3D06D222-215D-4A63-8F3C-F71E9C9D45F6}">
      <dsp:nvSpPr>
        <dsp:cNvPr id="0" name=""/>
        <dsp:cNvSpPr/>
      </dsp:nvSpPr>
      <dsp:spPr>
        <a:xfrm>
          <a:off x="1948494" y="847882"/>
          <a:ext cx="1594222" cy="101233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984724-3537-4C55-9F63-677108DF3B32}">
      <dsp:nvSpPr>
        <dsp:cNvPr id="0" name=""/>
        <dsp:cNvSpPr/>
      </dsp:nvSpPr>
      <dsp:spPr>
        <a:xfrm>
          <a:off x="2125630" y="1016161"/>
          <a:ext cx="1594222" cy="101233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 PC1 explained variance: 45.71%                                     - PC1 explained variance: 42.62%</a:t>
          </a:r>
        </a:p>
      </dsp:txBody>
      <dsp:txXfrm>
        <a:off x="2155280" y="1045811"/>
        <a:ext cx="1534922" cy="953031"/>
      </dsp:txXfrm>
    </dsp:sp>
    <dsp:sp modelId="{237ABAA3-23C8-498B-B3C5-60E2C347E8C9}">
      <dsp:nvSpPr>
        <dsp:cNvPr id="0" name=""/>
        <dsp:cNvSpPr/>
      </dsp:nvSpPr>
      <dsp:spPr>
        <a:xfrm>
          <a:off x="3896989" y="847882"/>
          <a:ext cx="1594222" cy="101233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B40899-C985-45CE-8DA8-916FE35411FE}">
      <dsp:nvSpPr>
        <dsp:cNvPr id="0" name=""/>
        <dsp:cNvSpPr/>
      </dsp:nvSpPr>
      <dsp:spPr>
        <a:xfrm>
          <a:off x="4074125" y="1016161"/>
          <a:ext cx="1594222" cy="101233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 PC2 explained variance:17.84 %                                    - PC2 explained variance: 20.86%</a:t>
          </a:r>
        </a:p>
      </dsp:txBody>
      <dsp:txXfrm>
        <a:off x="4103775" y="1045811"/>
        <a:ext cx="1534922" cy="9530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AD85B-1E19-4211-AF77-8F529DC57C42}">
      <dsp:nvSpPr>
        <dsp:cNvPr id="0" name=""/>
        <dsp:cNvSpPr/>
      </dsp:nvSpPr>
      <dsp:spPr>
        <a:xfrm>
          <a:off x="377190" y="3160"/>
          <a:ext cx="2907506" cy="174450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latin typeface="+mn-lt"/>
            </a:rPr>
            <a:t>The intricate nuance effects  observed after outlier removal in breast cancer present valuable advantages in several aspects:</a:t>
          </a:r>
          <a:endParaRPr lang="en-US" sz="1500" kern="1200" dirty="0">
            <a:latin typeface="+mn-lt"/>
          </a:endParaRPr>
        </a:p>
      </dsp:txBody>
      <dsp:txXfrm>
        <a:off x="377190" y="3160"/>
        <a:ext cx="2907506" cy="1744503"/>
      </dsp:txXfrm>
    </dsp:sp>
    <dsp:sp modelId="{F93692A1-F629-4BDB-B4A9-667D7397CE90}">
      <dsp:nvSpPr>
        <dsp:cNvPr id="0" name=""/>
        <dsp:cNvSpPr/>
      </dsp:nvSpPr>
      <dsp:spPr>
        <a:xfrm>
          <a:off x="3575446" y="3160"/>
          <a:ext cx="2907506" cy="1744503"/>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1) Enhancing the accuracy , early diagnosis which is crucial for timely treatment initiation, as detecting subtle changes in the </a:t>
          </a:r>
          <a:r>
            <a:rPr lang="en-IN" sz="1500" kern="1200" dirty="0" err="1"/>
            <a:t>tumor</a:t>
          </a:r>
          <a:r>
            <a:rPr lang="en-IN" sz="1500" kern="1200" dirty="0"/>
            <a:t> is imperative in the patient survival.</a:t>
          </a:r>
          <a:endParaRPr lang="en-US" sz="1500" kern="1200" dirty="0"/>
        </a:p>
      </dsp:txBody>
      <dsp:txXfrm>
        <a:off x="3575446" y="3160"/>
        <a:ext cx="2907506" cy="1744503"/>
      </dsp:txXfrm>
    </dsp:sp>
    <dsp:sp modelId="{9FF1E77C-3CD0-4762-87ED-1731BB04471C}">
      <dsp:nvSpPr>
        <dsp:cNvPr id="0" name=""/>
        <dsp:cNvSpPr/>
      </dsp:nvSpPr>
      <dsp:spPr>
        <a:xfrm>
          <a:off x="6773703" y="3160"/>
          <a:ext cx="2907506" cy="1744503"/>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2) Facilitating a deeper understanding of the cancer type or subtype, aiding doctors in implementing appropriate treatment modalities for individual patients.</a:t>
          </a:r>
          <a:endParaRPr lang="en-US" sz="1500" kern="1200"/>
        </a:p>
      </dsp:txBody>
      <dsp:txXfrm>
        <a:off x="6773703" y="3160"/>
        <a:ext cx="2907506" cy="1744503"/>
      </dsp:txXfrm>
    </dsp:sp>
    <dsp:sp modelId="{45DC263F-9FB8-425E-8C43-3B8592265160}">
      <dsp:nvSpPr>
        <dsp:cNvPr id="0" name=""/>
        <dsp:cNvSpPr/>
      </dsp:nvSpPr>
      <dsp:spPr>
        <a:xfrm>
          <a:off x="377190" y="2038415"/>
          <a:ext cx="2907506" cy="174450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3) Contributing to the prediction of effective treatment approaches based on the identified nuanced patterns.</a:t>
          </a:r>
          <a:endParaRPr lang="en-US" sz="1500" kern="1200"/>
        </a:p>
      </dsp:txBody>
      <dsp:txXfrm>
        <a:off x="377190" y="2038415"/>
        <a:ext cx="2907506" cy="1744503"/>
      </dsp:txXfrm>
    </dsp:sp>
    <dsp:sp modelId="{FC7BDD01-3F3C-492E-9AC6-89524A33DD1F}">
      <dsp:nvSpPr>
        <dsp:cNvPr id="0" name=""/>
        <dsp:cNvSpPr/>
      </dsp:nvSpPr>
      <dsp:spPr>
        <a:xfrm>
          <a:off x="3575446" y="2038415"/>
          <a:ext cx="2907506" cy="1744503"/>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4) Assisting doctors in the identification of biomarkers, enabling a molecular-level comprehension of the cancer and paving the way for more targeted interventions.</a:t>
          </a:r>
          <a:endParaRPr lang="en-US" sz="1500" kern="1200"/>
        </a:p>
      </dsp:txBody>
      <dsp:txXfrm>
        <a:off x="3575446" y="2038415"/>
        <a:ext cx="2907506" cy="1744503"/>
      </dsp:txXfrm>
    </dsp:sp>
    <dsp:sp modelId="{4BF268F3-EAA5-458D-A223-4F3B856F1738}">
      <dsp:nvSpPr>
        <dsp:cNvPr id="0" name=""/>
        <dsp:cNvSpPr/>
      </dsp:nvSpPr>
      <dsp:spPr>
        <a:xfrm>
          <a:off x="6773703" y="2038415"/>
          <a:ext cx="2907506" cy="174450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a:t>5) Serving as instrumental tools in ongoing research efforts, these patterns play a vital role in the discovery of new therapies and tools, ultimately improving patient survival outcomes.</a:t>
          </a:r>
        </a:p>
        <a:p>
          <a:pPr marL="0" lvl="0" indent="0" algn="ctr" defTabSz="666750">
            <a:lnSpc>
              <a:spcPct val="90000"/>
            </a:lnSpc>
            <a:spcBef>
              <a:spcPct val="0"/>
            </a:spcBef>
            <a:spcAft>
              <a:spcPct val="35000"/>
            </a:spcAft>
            <a:buNone/>
          </a:pPr>
          <a:endParaRPr lang="en-US" sz="1500" kern="1200"/>
        </a:p>
      </dsp:txBody>
      <dsp:txXfrm>
        <a:off x="6773703" y="2038415"/>
        <a:ext cx="2907506" cy="17445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1C980B-3CC0-4BED-8731-54CBA42770AD}"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53E7AD-33EB-43D9-98C8-E03876F57D3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150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C980B-3CC0-4BED-8731-54CBA42770AD}"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533900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1C980B-3CC0-4BED-8731-54CBA42770AD}"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53E7AD-33EB-43D9-98C8-E03876F57D3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655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1C980B-3CC0-4BED-8731-54CBA42770AD}"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100442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1C980B-3CC0-4BED-8731-54CBA42770AD}" type="datetimeFigureOut">
              <a:rPr lang="en-IN" smtClean="0"/>
              <a:t>13-12-2023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3473914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1C980B-3CC0-4BED-8731-54CBA42770AD}" type="datetimeFigureOut">
              <a:rPr lang="en-IN" smtClean="0"/>
              <a:t>13-12-2023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477380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81C980B-3CC0-4BED-8731-54CBA42770AD}" type="datetimeFigureOut">
              <a:rPr lang="en-IN" smtClean="0"/>
              <a:t>13-12-2023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2593891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81C980B-3CC0-4BED-8731-54CBA42770AD}" type="datetimeFigureOut">
              <a:rPr lang="en-IN" smtClean="0"/>
              <a:t>13-12-2023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653E7AD-33EB-43D9-98C8-E03876F57D30}" type="slidenum">
              <a:rPr lang="en-IN" smtClean="0"/>
              <a:t>‹#›</a:t>
            </a:fld>
            <a:endParaRPr lang="en-IN"/>
          </a:p>
        </p:txBody>
      </p:sp>
    </p:spTree>
    <p:extLst>
      <p:ext uri="{BB962C8B-B14F-4D97-AF65-F5344CB8AC3E}">
        <p14:creationId xmlns:p14="http://schemas.microsoft.com/office/powerpoint/2010/main" val="2965818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1C980B-3CC0-4BED-8731-54CBA42770AD}"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1215555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C980B-3CC0-4BED-8731-54CBA42770AD}"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211175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C980B-3CC0-4BED-8731-54CBA42770AD}"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53E7AD-33EB-43D9-98C8-E03876F57D30}" type="slidenum">
              <a:rPr lang="en-IN" smtClean="0"/>
              <a:t>‹#›</a:t>
            </a:fld>
            <a:endParaRPr lang="en-IN"/>
          </a:p>
        </p:txBody>
      </p:sp>
    </p:spTree>
    <p:extLst>
      <p:ext uri="{BB962C8B-B14F-4D97-AF65-F5344CB8AC3E}">
        <p14:creationId xmlns:p14="http://schemas.microsoft.com/office/powerpoint/2010/main" val="32866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81C980B-3CC0-4BED-8731-54CBA42770AD}" type="datetimeFigureOut">
              <a:rPr lang="en-IN" smtClean="0"/>
              <a:t>13-12-2023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653E7AD-33EB-43D9-98C8-E03876F57D3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95130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cancer.ca/en/cancer-information/cancer-types/breast/statistics" TargetMode="External"/><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hyperlink" Target="https://eminebozkus.medium.com/maximizing-performance-in-breast-cancer-prediction-through-machine-learning-hyperparameter-tuning-7118e9583efb#:~:text=Another%20technique%20for%20maximizing%20performance,and%20may%20lead%20to%20overfitting" TargetMode="External"/><Relationship Id="rId5" Type="http://schemas.openxmlformats.org/officeDocument/2006/relationships/hyperlink" Target="https://www.ncbi.nlm.nih.gov/pmc/articles/PMC9175124/" TargetMode="External"/><Relationship Id="rId4" Type="http://schemas.openxmlformats.org/officeDocument/2006/relationships/hyperlink" Target="https://www.sciencedirect.com/science/article/pii/S1877050921014629"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C2DC10F-CD76-43DC-9E0B-CB291F740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1" name="Rectangle 30">
            <a:extLst>
              <a:ext uri="{FF2B5EF4-FFF2-40B4-BE49-F238E27FC236}">
                <a16:creationId xmlns:a16="http://schemas.microsoft.com/office/drawing/2014/main" id="{1C18170A-08B7-4230-A012-B24C20E39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33" name="Straight Connector 32">
            <a:extLst>
              <a:ext uri="{FF2B5EF4-FFF2-40B4-BE49-F238E27FC236}">
                <a16:creationId xmlns:a16="http://schemas.microsoft.com/office/drawing/2014/main" id="{52188B95-E375-4977-9E9C-E28CE956F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5" name="Rectangle 34">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982F5A-B391-A38E-7459-770821790997}"/>
              </a:ext>
            </a:extLst>
          </p:cNvPr>
          <p:cNvSpPr>
            <a:spLocks noGrp="1"/>
          </p:cNvSpPr>
          <p:nvPr>
            <p:ph type="ctrTitle"/>
          </p:nvPr>
        </p:nvSpPr>
        <p:spPr>
          <a:xfrm>
            <a:off x="5076558" y="1093787"/>
            <a:ext cx="6405063" cy="1450757"/>
          </a:xfrm>
        </p:spPr>
        <p:txBody>
          <a:bodyPr vert="horz" lIns="91440" tIns="45720" rIns="91440" bIns="45720" rtlCol="0" anchor="b">
            <a:normAutofit fontScale="90000"/>
          </a:bodyPr>
          <a:lstStyle/>
          <a:p>
            <a:r>
              <a:rPr lang="en-US" sz="4000" b="1" dirty="0">
                <a:solidFill>
                  <a:schemeClr val="tx1">
                    <a:lumMod val="75000"/>
                    <a:lumOff val="25000"/>
                  </a:schemeClr>
                </a:solidFill>
              </a:rPr>
              <a:t>PREDICTING THE MALIGNANCY OF BREAST CANCER USING PCA AND MACHINE LEARNING MODELS </a:t>
            </a:r>
            <a:br>
              <a:rPr lang="en-US" sz="2800" b="1" dirty="0">
                <a:solidFill>
                  <a:schemeClr val="tx1">
                    <a:lumMod val="75000"/>
                    <a:lumOff val="25000"/>
                  </a:schemeClr>
                </a:solidFill>
              </a:rPr>
            </a:br>
            <a:endParaRPr lang="en-US" sz="2800" b="1" dirty="0">
              <a:solidFill>
                <a:schemeClr val="tx1">
                  <a:lumMod val="75000"/>
                  <a:lumOff val="25000"/>
                </a:schemeClr>
              </a:solidFill>
            </a:endParaRPr>
          </a:p>
        </p:txBody>
      </p:sp>
      <p:pic>
        <p:nvPicPr>
          <p:cNvPr id="5" name="Picture 4">
            <a:extLst>
              <a:ext uri="{FF2B5EF4-FFF2-40B4-BE49-F238E27FC236}">
                <a16:creationId xmlns:a16="http://schemas.microsoft.com/office/drawing/2014/main" id="{5CE96E57-3510-3194-FA0B-BC10371CEB77}"/>
              </a:ext>
            </a:extLst>
          </p:cNvPr>
          <p:cNvPicPr>
            <a:picLocks noChangeAspect="1"/>
          </p:cNvPicPr>
          <p:nvPr/>
        </p:nvPicPr>
        <p:blipFill rotWithShape="1">
          <a:blip r:embed="rId2"/>
          <a:srcRect l="553" r="3" b="3"/>
          <a:stretch/>
        </p:blipFill>
        <p:spPr>
          <a:xfrm>
            <a:off x="633999" y="581104"/>
            <a:ext cx="4020297" cy="2476124"/>
          </a:xfrm>
          <a:prstGeom prst="rect">
            <a:avLst/>
          </a:prstGeom>
        </p:spPr>
      </p:pic>
      <p:cxnSp>
        <p:nvCxnSpPr>
          <p:cNvPr id="37" name="Straight Connector 36">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78B42B5-D49E-F524-7D83-58744C70FB08}"/>
              </a:ext>
            </a:extLst>
          </p:cNvPr>
          <p:cNvPicPr>
            <a:picLocks noChangeAspect="1"/>
          </p:cNvPicPr>
          <p:nvPr/>
        </p:nvPicPr>
        <p:blipFill rotWithShape="1">
          <a:blip r:embed="rId3"/>
          <a:srcRect t="3288" r="-2" b="9910"/>
          <a:stretch/>
        </p:blipFill>
        <p:spPr>
          <a:xfrm>
            <a:off x="482130" y="3167158"/>
            <a:ext cx="4020290" cy="2476136"/>
          </a:xfrm>
          <a:prstGeom prst="rect">
            <a:avLst/>
          </a:prstGeom>
        </p:spPr>
      </p:pic>
      <p:sp>
        <p:nvSpPr>
          <p:cNvPr id="3" name="Subtitle 2">
            <a:extLst>
              <a:ext uri="{FF2B5EF4-FFF2-40B4-BE49-F238E27FC236}">
                <a16:creationId xmlns:a16="http://schemas.microsoft.com/office/drawing/2014/main" id="{C1F264DF-B9B2-FF33-7705-D84E15653F48}"/>
              </a:ext>
            </a:extLst>
          </p:cNvPr>
          <p:cNvSpPr>
            <a:spLocks noGrp="1"/>
          </p:cNvSpPr>
          <p:nvPr>
            <p:ph type="subTitle" idx="1"/>
          </p:nvPr>
        </p:nvSpPr>
        <p:spPr>
          <a:xfrm>
            <a:off x="5144679" y="2198914"/>
            <a:ext cx="6405063" cy="3670180"/>
          </a:xfrm>
        </p:spPr>
        <p:txBody>
          <a:bodyPr vert="horz" lIns="0" tIns="45720" rIns="0" bIns="45720" rtlCol="0">
            <a:normAutofit lnSpcReduction="10000"/>
          </a:bodyPr>
          <a:lstStyle/>
          <a:p>
            <a:r>
              <a:rPr lang="en-US" sz="2200" b="1" dirty="0">
                <a:solidFill>
                  <a:schemeClr val="tx1">
                    <a:lumMod val="75000"/>
                    <a:lumOff val="25000"/>
                  </a:schemeClr>
                </a:solidFill>
                <a:latin typeface="+mn-lt"/>
              </a:rPr>
              <a:t>BY</a:t>
            </a:r>
          </a:p>
          <a:p>
            <a:r>
              <a:rPr lang="en-US" sz="2200" b="1" dirty="0">
                <a:solidFill>
                  <a:schemeClr val="tx1">
                    <a:lumMod val="75000"/>
                    <a:lumOff val="25000"/>
                  </a:schemeClr>
                </a:solidFill>
                <a:latin typeface="+mn-lt"/>
              </a:rPr>
              <a:t>NAME : LAVANYA SINGH</a:t>
            </a:r>
          </a:p>
          <a:p>
            <a:r>
              <a:rPr lang="en-US" sz="2200" b="1" dirty="0">
                <a:solidFill>
                  <a:schemeClr val="tx1">
                    <a:lumMod val="75000"/>
                    <a:lumOff val="25000"/>
                  </a:schemeClr>
                </a:solidFill>
                <a:latin typeface="+mn-lt"/>
              </a:rPr>
              <a:t>STUDENT ID: 400547269 </a:t>
            </a:r>
          </a:p>
          <a:p>
            <a:r>
              <a:rPr lang="en-US" sz="2200" b="1" dirty="0">
                <a:solidFill>
                  <a:schemeClr val="tx1">
                    <a:lumMod val="75000"/>
                    <a:lumOff val="25000"/>
                  </a:schemeClr>
                </a:solidFill>
                <a:latin typeface="+mn-lt"/>
              </a:rPr>
              <a:t>COURSE : SEP 765 </a:t>
            </a:r>
          </a:p>
          <a:p>
            <a:r>
              <a:rPr lang="en-US" sz="2200" b="1" dirty="0">
                <a:solidFill>
                  <a:schemeClr val="tx1">
                    <a:lumMod val="75000"/>
                    <a:lumOff val="25000"/>
                  </a:schemeClr>
                </a:solidFill>
                <a:latin typeface="+mn-lt"/>
              </a:rPr>
              <a:t>MULTIVARIATE STATISTICAL METHODS FOR BIG DATA ANALYSIS AND PROCESS IMPROVEMENT</a:t>
            </a:r>
          </a:p>
          <a:p>
            <a:r>
              <a:rPr lang="en-US" sz="2200" b="1" dirty="0">
                <a:solidFill>
                  <a:schemeClr val="tx1">
                    <a:lumMod val="75000"/>
                    <a:lumOff val="25000"/>
                  </a:schemeClr>
                </a:solidFill>
                <a:latin typeface="+mn-lt"/>
              </a:rPr>
              <a:t>INSTRUCTOR: DR BRANDON CORBETT</a:t>
            </a:r>
          </a:p>
          <a:p>
            <a:r>
              <a:rPr lang="en-US" sz="2200" b="1" dirty="0">
                <a:solidFill>
                  <a:schemeClr val="tx1">
                    <a:lumMod val="75000"/>
                    <a:lumOff val="25000"/>
                  </a:schemeClr>
                </a:solidFill>
                <a:latin typeface="+mn-lt"/>
              </a:rPr>
              <a:t>GUIDED BY : DR HESAM HASSANPOUR</a:t>
            </a:r>
          </a:p>
          <a:p>
            <a:endParaRPr lang="en-US" sz="2200" dirty="0">
              <a:solidFill>
                <a:schemeClr val="tx1">
                  <a:lumMod val="75000"/>
                  <a:lumOff val="25000"/>
                </a:schemeClr>
              </a:solidFill>
              <a:latin typeface="+mn-lt"/>
            </a:endParaRPr>
          </a:p>
          <a:p>
            <a:endParaRPr lang="en-US" sz="2200" dirty="0">
              <a:solidFill>
                <a:schemeClr val="tx1">
                  <a:lumMod val="75000"/>
                  <a:lumOff val="25000"/>
                </a:schemeClr>
              </a:solidFill>
              <a:latin typeface="+mn-lt"/>
            </a:endParaRPr>
          </a:p>
          <a:p>
            <a:endParaRPr lang="en-US" sz="2200" dirty="0">
              <a:solidFill>
                <a:schemeClr val="tx1">
                  <a:lumMod val="75000"/>
                  <a:lumOff val="25000"/>
                </a:schemeClr>
              </a:solidFill>
              <a:latin typeface="+mn-lt"/>
            </a:endParaRPr>
          </a:p>
          <a:p>
            <a:endParaRPr lang="en-US" sz="2200" dirty="0">
              <a:solidFill>
                <a:schemeClr val="tx1">
                  <a:lumMod val="75000"/>
                  <a:lumOff val="25000"/>
                </a:schemeClr>
              </a:solidFill>
              <a:latin typeface="+mn-lt"/>
            </a:endParaRPr>
          </a:p>
          <a:p>
            <a:endParaRPr lang="en-US" sz="2200" dirty="0">
              <a:solidFill>
                <a:schemeClr val="tx1">
                  <a:lumMod val="75000"/>
                  <a:lumOff val="25000"/>
                </a:schemeClr>
              </a:solidFill>
              <a:latin typeface="+mn-lt"/>
            </a:endParaRPr>
          </a:p>
          <a:p>
            <a:endParaRPr lang="en-US" sz="2200" dirty="0">
              <a:solidFill>
                <a:schemeClr val="tx1">
                  <a:lumMod val="75000"/>
                  <a:lumOff val="25000"/>
                </a:schemeClr>
              </a:solidFill>
              <a:latin typeface="+mn-lt"/>
            </a:endParaRPr>
          </a:p>
        </p:txBody>
      </p:sp>
      <p:sp>
        <p:nvSpPr>
          <p:cNvPr id="39" name="Rectangle 38">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1" name="Rectangle 40">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804061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6B16355-27FB-445B-B646-02AB73637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10C486-ED30-943B-F09B-18EE5C4803E8}"/>
              </a:ext>
            </a:extLst>
          </p:cNvPr>
          <p:cNvSpPr>
            <a:spLocks noGrp="1"/>
          </p:cNvSpPr>
          <p:nvPr>
            <p:ph type="title"/>
          </p:nvPr>
        </p:nvSpPr>
        <p:spPr>
          <a:xfrm>
            <a:off x="8177212" y="634946"/>
            <a:ext cx="3372529" cy="5055904"/>
          </a:xfrm>
        </p:spPr>
        <p:txBody>
          <a:bodyPr anchor="ctr">
            <a:normAutofit/>
          </a:bodyPr>
          <a:lstStyle/>
          <a:p>
            <a:br>
              <a:rPr lang="en-IN" sz="4100" b="1"/>
            </a:br>
            <a:r>
              <a:rPr lang="en-IN" sz="4100" b="1"/>
              <a:t>INTRODUCTION AND MOTIVATION  </a:t>
            </a:r>
            <a:r>
              <a:rPr lang="en-IN" sz="4100"/>
              <a:t> </a:t>
            </a:r>
            <a:endParaRPr lang="en-IN" sz="4100" dirty="0"/>
          </a:p>
        </p:txBody>
      </p:sp>
      <p:cxnSp>
        <p:nvCxnSpPr>
          <p:cNvPr id="37" name="Straight Connector 36">
            <a:extLst>
              <a:ext uri="{FF2B5EF4-FFF2-40B4-BE49-F238E27FC236}">
                <a16:creationId xmlns:a16="http://schemas.microsoft.com/office/drawing/2014/main" id="{06DA680F-F6AC-453E-A8BF-C5BDED285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6B3BF2E5-C3AB-441F-A430-491119C56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9" name="Rectangle 38">
            <a:extLst>
              <a:ext uri="{FF2B5EF4-FFF2-40B4-BE49-F238E27FC236}">
                <a16:creationId xmlns:a16="http://schemas.microsoft.com/office/drawing/2014/main" id="{DD07C90B-B81A-473B-8919-CA924E61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9FBF0B11-606E-A804-C202-40C1FA05395C}"/>
              </a:ext>
            </a:extLst>
          </p:cNvPr>
          <p:cNvGraphicFramePr>
            <a:graphicFrameLocks noGrp="1"/>
          </p:cNvGraphicFramePr>
          <p:nvPr>
            <p:ph idx="1"/>
            <p:extLst>
              <p:ext uri="{D42A27DB-BD31-4B8C-83A1-F6EECF244321}">
                <p14:modId xmlns:p14="http://schemas.microsoft.com/office/powerpoint/2010/main" val="412522343"/>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3083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C4C0BE1-DCD3-6FB1-19EE-5E92D814C47A}"/>
              </a:ext>
            </a:extLst>
          </p:cNvPr>
          <p:cNvSpPr>
            <a:spLocks noGrp="1"/>
          </p:cNvSpPr>
          <p:nvPr>
            <p:ph type="title"/>
          </p:nvPr>
        </p:nvSpPr>
        <p:spPr>
          <a:xfrm>
            <a:off x="492370" y="516835"/>
            <a:ext cx="3084844" cy="5772840"/>
          </a:xfrm>
        </p:spPr>
        <p:txBody>
          <a:bodyPr anchor="ctr">
            <a:normAutofit/>
          </a:bodyPr>
          <a:lstStyle/>
          <a:p>
            <a:r>
              <a:rPr lang="en-IN" sz="3600" b="1">
                <a:solidFill>
                  <a:srgbClr val="FFFFFF"/>
                </a:solidFill>
              </a:rPr>
              <a:t>DATASET DESCRIPTION</a:t>
            </a:r>
          </a:p>
        </p:txBody>
      </p:sp>
      <p:sp>
        <p:nvSpPr>
          <p:cNvPr id="35" name="Rectangle 34">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A4708BD0-8AE1-8957-DD40-9D691EC39470}"/>
              </a:ext>
            </a:extLst>
          </p:cNvPr>
          <p:cNvGraphicFramePr>
            <a:graphicFrameLocks noGrp="1"/>
          </p:cNvGraphicFramePr>
          <p:nvPr>
            <p:ph idx="1"/>
            <p:extLst>
              <p:ext uri="{D42A27DB-BD31-4B8C-83A1-F6EECF244321}">
                <p14:modId xmlns:p14="http://schemas.microsoft.com/office/powerpoint/2010/main" val="216623324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802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3E00694-E403-4987-8634-15F6D8E4C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a:t>
            </a:r>
          </a:p>
        </p:txBody>
      </p:sp>
      <p:sp>
        <p:nvSpPr>
          <p:cNvPr id="2" name="Title 1">
            <a:extLst>
              <a:ext uri="{FF2B5EF4-FFF2-40B4-BE49-F238E27FC236}">
                <a16:creationId xmlns:a16="http://schemas.microsoft.com/office/drawing/2014/main" id="{914CA2DF-CDBD-A565-7AB5-C4D746C943CF}"/>
              </a:ext>
            </a:extLst>
          </p:cNvPr>
          <p:cNvSpPr>
            <a:spLocks noGrp="1"/>
          </p:cNvSpPr>
          <p:nvPr>
            <p:ph type="title"/>
          </p:nvPr>
        </p:nvSpPr>
        <p:spPr>
          <a:xfrm>
            <a:off x="1097280" y="4844374"/>
            <a:ext cx="10058400" cy="1188995"/>
          </a:xfrm>
        </p:spPr>
        <p:txBody>
          <a:bodyPr anchor="ctr">
            <a:normAutofit/>
          </a:bodyPr>
          <a:lstStyle/>
          <a:p>
            <a:pPr algn="ctr"/>
            <a:r>
              <a:rPr lang="en-IN" b="1"/>
              <a:t>OBJECTIVES</a:t>
            </a:r>
          </a:p>
        </p:txBody>
      </p:sp>
      <p:graphicFrame>
        <p:nvGraphicFramePr>
          <p:cNvPr id="5" name="Content Placeholder 2">
            <a:extLst>
              <a:ext uri="{FF2B5EF4-FFF2-40B4-BE49-F238E27FC236}">
                <a16:creationId xmlns:a16="http://schemas.microsoft.com/office/drawing/2014/main" id="{4846AB4F-757C-A18F-140A-67D9BC8DFD0F}"/>
              </a:ext>
            </a:extLst>
          </p:cNvPr>
          <p:cNvGraphicFramePr>
            <a:graphicFrameLocks noGrp="1"/>
          </p:cNvGraphicFramePr>
          <p:nvPr>
            <p:ph idx="1"/>
            <p:extLst>
              <p:ext uri="{D42A27DB-BD31-4B8C-83A1-F6EECF244321}">
                <p14:modId xmlns:p14="http://schemas.microsoft.com/office/powerpoint/2010/main" val="2061768929"/>
              </p:ext>
            </p:extLst>
          </p:nvPr>
        </p:nvGraphicFramePr>
        <p:xfrm>
          <a:off x="1036319" y="680936"/>
          <a:ext cx="10119362" cy="37653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083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F2DC-49C9-5594-4E13-32507BFA8B5A}"/>
              </a:ext>
            </a:extLst>
          </p:cNvPr>
          <p:cNvSpPr>
            <a:spLocks noGrp="1"/>
          </p:cNvSpPr>
          <p:nvPr>
            <p:ph type="title"/>
          </p:nvPr>
        </p:nvSpPr>
        <p:spPr>
          <a:xfrm>
            <a:off x="1097280" y="286603"/>
            <a:ext cx="10058400" cy="1450757"/>
          </a:xfrm>
        </p:spPr>
        <p:txBody>
          <a:bodyPr>
            <a:normAutofit/>
          </a:bodyPr>
          <a:lstStyle/>
          <a:p>
            <a:r>
              <a:rPr lang="en-IN" b="1"/>
              <a:t>METHODOLOGY</a:t>
            </a:r>
          </a:p>
        </p:txBody>
      </p:sp>
      <p:sp>
        <p:nvSpPr>
          <p:cNvPr id="4" name="Rectangle 3">
            <a:extLst>
              <a:ext uri="{FF2B5EF4-FFF2-40B4-BE49-F238E27FC236}">
                <a16:creationId xmlns:a16="http://schemas.microsoft.com/office/drawing/2014/main" id="{719A6B89-ED71-E69C-F2B6-02D2C4B66408}"/>
              </a:ext>
            </a:extLst>
          </p:cNvPr>
          <p:cNvSpPr/>
          <p:nvPr/>
        </p:nvSpPr>
        <p:spPr>
          <a:xfrm>
            <a:off x="1238920" y="2114990"/>
            <a:ext cx="1693468" cy="799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IMPORTING LIBRARIES</a:t>
            </a:r>
            <a:endParaRPr lang="en-IN" b="1" dirty="0">
              <a:solidFill>
                <a:schemeClr val="bg1"/>
              </a:solidFill>
            </a:endParaRPr>
          </a:p>
        </p:txBody>
      </p:sp>
      <p:sp>
        <p:nvSpPr>
          <p:cNvPr id="5" name="Rectangle 4">
            <a:extLst>
              <a:ext uri="{FF2B5EF4-FFF2-40B4-BE49-F238E27FC236}">
                <a16:creationId xmlns:a16="http://schemas.microsoft.com/office/drawing/2014/main" id="{544BCF16-E323-8ABB-FFAC-C117CC2B3D69}"/>
              </a:ext>
            </a:extLst>
          </p:cNvPr>
          <p:cNvSpPr/>
          <p:nvPr/>
        </p:nvSpPr>
        <p:spPr>
          <a:xfrm>
            <a:off x="1238920" y="3024263"/>
            <a:ext cx="1693468" cy="8702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MAPPING THE VARIABLES AND USING THE DICTIONARY</a:t>
            </a:r>
            <a:endParaRPr lang="en-IN" b="1" dirty="0">
              <a:solidFill>
                <a:schemeClr val="bg1"/>
              </a:solidFill>
            </a:endParaRPr>
          </a:p>
        </p:txBody>
      </p:sp>
      <p:sp>
        <p:nvSpPr>
          <p:cNvPr id="6" name="Rectangle 5">
            <a:extLst>
              <a:ext uri="{FF2B5EF4-FFF2-40B4-BE49-F238E27FC236}">
                <a16:creationId xmlns:a16="http://schemas.microsoft.com/office/drawing/2014/main" id="{0B894FE0-6A3C-D0AB-2832-3DDD6817321E}"/>
              </a:ext>
            </a:extLst>
          </p:cNvPr>
          <p:cNvSpPr/>
          <p:nvPr/>
        </p:nvSpPr>
        <p:spPr>
          <a:xfrm>
            <a:off x="1235042" y="4057260"/>
            <a:ext cx="1693468" cy="6459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dirty="0">
                <a:solidFill>
                  <a:schemeClr val="bg1"/>
                </a:solidFill>
              </a:rPr>
              <a:t>USING STANDARD </a:t>
            </a:r>
            <a:r>
              <a:rPr lang="en-IN" sz="1489" b="1" kern="1200" dirty="0">
                <a:solidFill>
                  <a:schemeClr val="bg1"/>
                </a:solidFill>
                <a:latin typeface="+mn-lt"/>
                <a:ea typeface="+mn-ea"/>
                <a:cs typeface="+mn-cs"/>
              </a:rPr>
              <a:t>SCALING</a:t>
            </a:r>
            <a:endParaRPr lang="en-IN" b="1" dirty="0">
              <a:solidFill>
                <a:schemeClr val="bg1"/>
              </a:solidFill>
            </a:endParaRPr>
          </a:p>
        </p:txBody>
      </p:sp>
      <p:sp>
        <p:nvSpPr>
          <p:cNvPr id="7" name="Rectangle 6">
            <a:extLst>
              <a:ext uri="{FF2B5EF4-FFF2-40B4-BE49-F238E27FC236}">
                <a16:creationId xmlns:a16="http://schemas.microsoft.com/office/drawing/2014/main" id="{41FBE594-9E9C-0F08-EACB-BCC0F7C2AF98}"/>
              </a:ext>
            </a:extLst>
          </p:cNvPr>
          <p:cNvSpPr/>
          <p:nvPr/>
        </p:nvSpPr>
        <p:spPr>
          <a:xfrm>
            <a:off x="1235042" y="4871752"/>
            <a:ext cx="1693468" cy="974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PERFORMING </a:t>
            </a:r>
            <a:r>
              <a:rPr lang="en-IN" sz="1489" b="1" dirty="0">
                <a:solidFill>
                  <a:schemeClr val="bg1"/>
                </a:solidFill>
              </a:rPr>
              <a:t>TRAINING </a:t>
            </a:r>
            <a:r>
              <a:rPr lang="en-IN" sz="1489" b="1" kern="1200" dirty="0">
                <a:solidFill>
                  <a:schemeClr val="bg1"/>
                </a:solidFill>
                <a:latin typeface="+mn-lt"/>
                <a:ea typeface="+mn-ea"/>
                <a:cs typeface="+mn-cs"/>
              </a:rPr>
              <a:t> AND TESTING DATA</a:t>
            </a:r>
            <a:endParaRPr lang="en-IN" b="1" dirty="0">
              <a:solidFill>
                <a:schemeClr val="bg1"/>
              </a:solidFill>
            </a:endParaRPr>
          </a:p>
        </p:txBody>
      </p:sp>
      <p:sp>
        <p:nvSpPr>
          <p:cNvPr id="9" name="Rectangle 8">
            <a:extLst>
              <a:ext uri="{FF2B5EF4-FFF2-40B4-BE49-F238E27FC236}">
                <a16:creationId xmlns:a16="http://schemas.microsoft.com/office/drawing/2014/main" id="{E5265E49-6250-2BE7-025A-0A98D2D9709A}"/>
              </a:ext>
            </a:extLst>
          </p:cNvPr>
          <p:cNvSpPr/>
          <p:nvPr/>
        </p:nvSpPr>
        <p:spPr>
          <a:xfrm>
            <a:off x="3251778" y="4501822"/>
            <a:ext cx="1830783" cy="13827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BEFORE REMOVING OUTLIERS PERFORMING MACHINE LEARNING AND PCA</a:t>
            </a:r>
            <a:endParaRPr lang="en-IN" b="1" dirty="0">
              <a:solidFill>
                <a:schemeClr val="bg1"/>
              </a:solidFill>
            </a:endParaRPr>
          </a:p>
        </p:txBody>
      </p:sp>
      <p:sp>
        <p:nvSpPr>
          <p:cNvPr id="11" name="Rectangle 10">
            <a:extLst>
              <a:ext uri="{FF2B5EF4-FFF2-40B4-BE49-F238E27FC236}">
                <a16:creationId xmlns:a16="http://schemas.microsoft.com/office/drawing/2014/main" id="{06F34406-FFB5-F985-2344-08DA93B79FF2}"/>
              </a:ext>
            </a:extLst>
          </p:cNvPr>
          <p:cNvSpPr/>
          <p:nvPr/>
        </p:nvSpPr>
        <p:spPr>
          <a:xfrm>
            <a:off x="5285368" y="4501822"/>
            <a:ext cx="2536548" cy="13827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BEFORE REMOVING THE OUTLIERS  BUILD CONFUSION MATRIX AND PREDICT ACCURACY ,PRECISION ,f1_Score RECALL </a:t>
            </a:r>
            <a:endParaRPr lang="en-IN" b="1" dirty="0">
              <a:solidFill>
                <a:schemeClr val="bg1"/>
              </a:solidFill>
            </a:endParaRPr>
          </a:p>
        </p:txBody>
      </p:sp>
      <p:sp>
        <p:nvSpPr>
          <p:cNvPr id="24" name="Rectangle 23">
            <a:extLst>
              <a:ext uri="{FF2B5EF4-FFF2-40B4-BE49-F238E27FC236}">
                <a16:creationId xmlns:a16="http://schemas.microsoft.com/office/drawing/2014/main" id="{AE9A4AE9-24C6-8A63-0F14-73EBB81FEDF8}"/>
              </a:ext>
            </a:extLst>
          </p:cNvPr>
          <p:cNvSpPr/>
          <p:nvPr/>
        </p:nvSpPr>
        <p:spPr>
          <a:xfrm>
            <a:off x="8337073" y="1950098"/>
            <a:ext cx="2616008" cy="12056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78153">
              <a:spcAft>
                <a:spcPts val="512"/>
              </a:spcAft>
            </a:pPr>
            <a:r>
              <a:rPr lang="en-IN" sz="1489" b="1" kern="1200" dirty="0">
                <a:solidFill>
                  <a:schemeClr val="bg1"/>
                </a:solidFill>
                <a:latin typeface="+mn-lt"/>
                <a:ea typeface="+mn-ea"/>
                <a:cs typeface="+mn-cs"/>
              </a:rPr>
              <a:t>USING THE MODEL, WE CAN PREDICT WHETHER TUMOUR IS MALIGNANT OR NOT AND  </a:t>
            </a:r>
            <a:r>
              <a:rPr lang="en-IN" sz="1489" b="1" dirty="0">
                <a:solidFill>
                  <a:schemeClr val="bg1"/>
                </a:solidFill>
              </a:rPr>
              <a:t>WHICH MODEL </a:t>
            </a:r>
            <a:r>
              <a:rPr lang="en-IN" sz="1489" b="1" kern="1200" dirty="0">
                <a:solidFill>
                  <a:schemeClr val="bg1"/>
                </a:solidFill>
                <a:latin typeface="+mn-lt"/>
                <a:ea typeface="+mn-ea"/>
                <a:cs typeface="+mn-cs"/>
              </a:rPr>
              <a:t> HELPS US IN EARLY DIAGNONSIS </a:t>
            </a:r>
            <a:endParaRPr lang="en-IN" b="1" dirty="0">
              <a:solidFill>
                <a:schemeClr val="bg1"/>
              </a:solidFill>
            </a:endParaRPr>
          </a:p>
        </p:txBody>
      </p:sp>
      <p:sp>
        <p:nvSpPr>
          <p:cNvPr id="3" name="Rectangle 2">
            <a:extLst>
              <a:ext uri="{FF2B5EF4-FFF2-40B4-BE49-F238E27FC236}">
                <a16:creationId xmlns:a16="http://schemas.microsoft.com/office/drawing/2014/main" id="{9B95EBCF-DC39-2AFC-7B10-5670AE910A02}"/>
              </a:ext>
            </a:extLst>
          </p:cNvPr>
          <p:cNvSpPr/>
          <p:nvPr/>
        </p:nvSpPr>
        <p:spPr>
          <a:xfrm>
            <a:off x="8337072" y="4501822"/>
            <a:ext cx="2680212" cy="1298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89848">
              <a:spcAft>
                <a:spcPts val="588"/>
              </a:spcAft>
            </a:pPr>
            <a:r>
              <a:rPr lang="en-IN" sz="1535" b="1" kern="1200" dirty="0">
                <a:solidFill>
                  <a:schemeClr val="bg1"/>
                </a:solidFill>
                <a:latin typeface="+mn-lt"/>
                <a:ea typeface="+mn-ea"/>
                <a:cs typeface="+mn-cs"/>
              </a:rPr>
              <a:t>AFTER REMOVING THE OUTLIERS REPEAT SAME THE  STEPS </a:t>
            </a:r>
          </a:p>
          <a:p>
            <a:pPr algn="ctr">
              <a:spcAft>
                <a:spcPts val="600"/>
              </a:spcAft>
            </a:pPr>
            <a:endParaRPr lang="en-IN" dirty="0"/>
          </a:p>
        </p:txBody>
      </p:sp>
      <p:sp>
        <p:nvSpPr>
          <p:cNvPr id="15" name="Rectangle 14">
            <a:extLst>
              <a:ext uri="{FF2B5EF4-FFF2-40B4-BE49-F238E27FC236}">
                <a16:creationId xmlns:a16="http://schemas.microsoft.com/office/drawing/2014/main" id="{906DAD09-672B-217A-F65B-B3E2F4AD8A68}"/>
              </a:ext>
            </a:extLst>
          </p:cNvPr>
          <p:cNvSpPr/>
          <p:nvPr/>
        </p:nvSpPr>
        <p:spPr>
          <a:xfrm>
            <a:off x="8337072" y="3323047"/>
            <a:ext cx="2680212" cy="10572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89848">
              <a:spcAft>
                <a:spcPts val="588"/>
              </a:spcAft>
            </a:pPr>
            <a:r>
              <a:rPr lang="en-IN" sz="1535" b="1" kern="1200" dirty="0">
                <a:solidFill>
                  <a:schemeClr val="bg1"/>
                </a:solidFill>
                <a:latin typeface="+mn-lt"/>
                <a:ea typeface="+mn-ea"/>
                <a:cs typeface="+mn-cs"/>
              </a:rPr>
              <a:t>COMPARING  RESULTS</a:t>
            </a:r>
            <a:endParaRPr lang="en-IN" b="1" dirty="0">
              <a:solidFill>
                <a:schemeClr val="bg1"/>
              </a:solidFill>
            </a:endParaRPr>
          </a:p>
        </p:txBody>
      </p:sp>
    </p:spTree>
    <p:extLst>
      <p:ext uri="{BB962C8B-B14F-4D97-AF65-F5344CB8AC3E}">
        <p14:creationId xmlns:p14="http://schemas.microsoft.com/office/powerpoint/2010/main" val="367673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99000"/>
                <a:satMod val="140000"/>
              </a:schemeClr>
            </a:gs>
            <a:gs pos="65000">
              <a:schemeClr val="bg2">
                <a:tint val="100000"/>
                <a:shade val="80000"/>
                <a:satMod val="130000"/>
              </a:schemeClr>
            </a:gs>
            <a:gs pos="100000">
              <a:schemeClr val="bg2">
                <a:tint val="100000"/>
                <a:shade val="48000"/>
                <a:satMod val="120000"/>
              </a:schemeClr>
            </a:gs>
          </a:gsLst>
          <a:lin ang="16200000" scaled="0"/>
        </a:gra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739ED4B0-07D7-492B-AAD1-7BA3037D7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 on document with pen">
            <a:extLst>
              <a:ext uri="{FF2B5EF4-FFF2-40B4-BE49-F238E27FC236}">
                <a16:creationId xmlns:a16="http://schemas.microsoft.com/office/drawing/2014/main" id="{0C2B2FB2-328D-1250-F734-CB2D42979186}"/>
              </a:ext>
            </a:extLst>
          </p:cNvPr>
          <p:cNvPicPr>
            <a:picLocks noChangeAspect="1"/>
          </p:cNvPicPr>
          <p:nvPr/>
        </p:nvPicPr>
        <p:blipFill rotWithShape="1">
          <a:blip r:embed="rId2">
            <a:duotone>
              <a:prstClr val="black"/>
              <a:schemeClr val="tx2">
                <a:tint val="45000"/>
                <a:satMod val="400000"/>
              </a:schemeClr>
            </a:duotone>
            <a:alphaModFix amt="65000"/>
          </a:blip>
          <a:srcRect l="9091" t="3708" b="19683"/>
          <a:stretch/>
        </p:blipFill>
        <p:spPr>
          <a:xfrm>
            <a:off x="20" y="10"/>
            <a:ext cx="12191980" cy="6857990"/>
          </a:xfrm>
          <a:prstGeom prst="rect">
            <a:avLst/>
          </a:prstGeom>
        </p:spPr>
      </p:pic>
      <p:sp>
        <p:nvSpPr>
          <p:cNvPr id="38" name="Rectangle 37">
            <a:extLst>
              <a:ext uri="{FF2B5EF4-FFF2-40B4-BE49-F238E27FC236}">
                <a16:creationId xmlns:a16="http://schemas.microsoft.com/office/drawing/2014/main" id="{C886BFA9-1A18-4956-9210-4C9833FF6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9733" y="0"/>
            <a:ext cx="7552267" cy="6858000"/>
          </a:xfrm>
          <a:prstGeom prst="rect">
            <a:avLst/>
          </a:prstGeom>
          <a:solidFill>
            <a:schemeClr val="accent2">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C83FC51-FD01-6999-DD3A-3199181135BF}"/>
              </a:ext>
            </a:extLst>
          </p:cNvPr>
          <p:cNvSpPr>
            <a:spLocks noGrp="1"/>
          </p:cNvSpPr>
          <p:nvPr>
            <p:ph type="title"/>
          </p:nvPr>
        </p:nvSpPr>
        <p:spPr>
          <a:xfrm>
            <a:off x="5124206" y="286895"/>
            <a:ext cx="6339840" cy="1666501"/>
          </a:xfrm>
        </p:spPr>
        <p:txBody>
          <a:bodyPr>
            <a:normAutofit/>
          </a:bodyPr>
          <a:lstStyle/>
          <a:p>
            <a:r>
              <a:rPr lang="en-IN" sz="4000" b="1" dirty="0">
                <a:solidFill>
                  <a:srgbClr val="FFFFFF"/>
                </a:solidFill>
              </a:rPr>
              <a:t>WHY ARE WE USING PCA MODEL ?</a:t>
            </a:r>
          </a:p>
        </p:txBody>
      </p:sp>
      <p:sp>
        <p:nvSpPr>
          <p:cNvPr id="40" name="Rectangle 39">
            <a:extLst>
              <a:ext uri="{FF2B5EF4-FFF2-40B4-BE49-F238E27FC236}">
                <a16:creationId xmlns:a16="http://schemas.microsoft.com/office/drawing/2014/main" id="{D3D398E9-CBC4-4AEE-A93E-C1F4A1B84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8972" y="0"/>
            <a:ext cx="64008" cy="6858000"/>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0" name="Content Placeholder 2">
            <a:extLst>
              <a:ext uri="{FF2B5EF4-FFF2-40B4-BE49-F238E27FC236}">
                <a16:creationId xmlns:a16="http://schemas.microsoft.com/office/drawing/2014/main" id="{8086556F-1F49-0FE5-F33E-6AF8E6F17B4C}"/>
              </a:ext>
            </a:extLst>
          </p:cNvPr>
          <p:cNvSpPr>
            <a:spLocks noGrp="1"/>
          </p:cNvSpPr>
          <p:nvPr>
            <p:ph idx="1"/>
          </p:nvPr>
        </p:nvSpPr>
        <p:spPr>
          <a:xfrm>
            <a:off x="5124206" y="2090990"/>
            <a:ext cx="6339840" cy="3652667"/>
          </a:xfrm>
        </p:spPr>
        <p:txBody>
          <a:bodyPr>
            <a:normAutofit fontScale="25000" lnSpcReduction="20000"/>
          </a:bodyPr>
          <a:lstStyle/>
          <a:p>
            <a:r>
              <a:rPr lang="en-IN" sz="7200" dirty="0">
                <a:solidFill>
                  <a:srgbClr val="FFFFFF"/>
                </a:solidFill>
              </a:rPr>
              <a:t>PCA is a useful tool while working with cancer classification tasks:-</a:t>
            </a:r>
          </a:p>
          <a:p>
            <a:r>
              <a:rPr lang="en-IN" sz="7200" dirty="0">
                <a:solidFill>
                  <a:srgbClr val="FFFFFF"/>
                </a:solidFill>
              </a:rPr>
              <a:t>1)Dimensionality Reduction-By reducing dimensional space the efficiency of the classification algorithm is improved</a:t>
            </a:r>
          </a:p>
          <a:p>
            <a:r>
              <a:rPr lang="en-IN" sz="7200" dirty="0">
                <a:solidFill>
                  <a:srgbClr val="FFFFFF"/>
                </a:solidFill>
              </a:rPr>
              <a:t>2)Feature Selection-PCA identifies the most significant component(principal  component),discards redundant or noise prone variables</a:t>
            </a:r>
          </a:p>
          <a:p>
            <a:r>
              <a:rPr lang="en-IN" sz="7200" dirty="0">
                <a:solidFill>
                  <a:srgbClr val="FFFFFF"/>
                </a:solidFill>
              </a:rPr>
              <a:t>3)Visualization- identifies patterns and separability of malignant or non-malignant cases</a:t>
            </a:r>
          </a:p>
          <a:p>
            <a:r>
              <a:rPr lang="en-IN" sz="7200" dirty="0">
                <a:solidFill>
                  <a:srgbClr val="FFFFFF"/>
                </a:solidFill>
              </a:rPr>
              <a:t>4) Noise reduction</a:t>
            </a:r>
          </a:p>
          <a:p>
            <a:r>
              <a:rPr lang="en-IN" sz="7200" dirty="0">
                <a:solidFill>
                  <a:srgbClr val="FFFFFF"/>
                </a:solidFill>
              </a:rPr>
              <a:t>5) Collinearity handling –Cancer dataset are highly corelated PCA helps to decorrelate features</a:t>
            </a:r>
          </a:p>
          <a:p>
            <a:r>
              <a:rPr lang="en-IN" sz="7200" dirty="0">
                <a:solidFill>
                  <a:srgbClr val="FFFFFF"/>
                </a:solidFill>
              </a:rPr>
              <a:t>6) Improved Model Performance </a:t>
            </a:r>
          </a:p>
          <a:p>
            <a:r>
              <a:rPr lang="en-IN" sz="7200" dirty="0">
                <a:solidFill>
                  <a:srgbClr val="FFFFFF"/>
                </a:solidFill>
              </a:rPr>
              <a:t>7) Mitigated the risk of overfitting</a:t>
            </a:r>
          </a:p>
          <a:p>
            <a:r>
              <a:rPr lang="en-IN" sz="7200" dirty="0">
                <a:solidFill>
                  <a:srgbClr val="FFFFFF"/>
                </a:solidFill>
              </a:rPr>
              <a:t>8) PCA is very effective tool for our study </a:t>
            </a:r>
          </a:p>
          <a:p>
            <a:endParaRPr lang="en-IN" sz="900" dirty="0">
              <a:solidFill>
                <a:srgbClr val="FFFFFF"/>
              </a:solidFill>
            </a:endParaRPr>
          </a:p>
          <a:p>
            <a:pPr marL="0" indent="0" fontAlgn="ctr">
              <a:buNone/>
            </a:pPr>
            <a:br>
              <a:rPr lang="en-IN" sz="900" b="0" i="0" u="none" strike="noStrike" dirty="0">
                <a:solidFill>
                  <a:srgbClr val="FFFFFF"/>
                </a:solidFill>
                <a:effectLst/>
                <a:latin typeface="arial" panose="020B0604020202020204" pitchFamily="34" charset="0"/>
              </a:rPr>
            </a:br>
            <a:endParaRPr lang="en-IN" sz="900" dirty="0">
              <a:solidFill>
                <a:srgbClr val="FFFFFF"/>
              </a:solidFill>
            </a:endParaRPr>
          </a:p>
          <a:p>
            <a:pPr marL="0" indent="0">
              <a:buNone/>
            </a:pPr>
            <a:endParaRPr lang="en-IN" sz="900" dirty="0">
              <a:solidFill>
                <a:srgbClr val="FFFFFF"/>
              </a:solidFill>
            </a:endParaRPr>
          </a:p>
        </p:txBody>
      </p:sp>
    </p:spTree>
    <p:extLst>
      <p:ext uri="{BB962C8B-B14F-4D97-AF65-F5344CB8AC3E}">
        <p14:creationId xmlns:p14="http://schemas.microsoft.com/office/powerpoint/2010/main" val="217492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96201C8-CA28-7554-D204-8CFD60754B33}"/>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686B65C4-FEB7-5D40-7E60-598631B031B1}"/>
              </a:ext>
            </a:extLst>
          </p:cNvPr>
          <p:cNvPicPr>
            <a:picLocks noChangeAspect="1"/>
          </p:cNvPicPr>
          <p:nvPr/>
        </p:nvPicPr>
        <p:blipFill>
          <a:blip r:embed="rId2"/>
          <a:stretch>
            <a:fillRect/>
          </a:stretch>
        </p:blipFill>
        <p:spPr>
          <a:xfrm>
            <a:off x="1199708" y="127053"/>
            <a:ext cx="9792549" cy="4549534"/>
          </a:xfrm>
          <a:prstGeom prst="rect">
            <a:avLst/>
          </a:prstGeom>
        </p:spPr>
      </p:pic>
    </p:spTree>
    <p:extLst>
      <p:ext uri="{BB962C8B-B14F-4D97-AF65-F5344CB8AC3E}">
        <p14:creationId xmlns:p14="http://schemas.microsoft.com/office/powerpoint/2010/main" val="421796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7523D703-7E7B-F53F-6173-9322F27107A1}"/>
              </a:ext>
            </a:extLst>
          </p:cNvPr>
          <p:cNvPicPr>
            <a:picLocks noChangeAspect="1"/>
          </p:cNvPicPr>
          <p:nvPr/>
        </p:nvPicPr>
        <p:blipFill>
          <a:blip r:embed="rId2"/>
          <a:stretch>
            <a:fillRect/>
          </a:stretch>
        </p:blipFill>
        <p:spPr>
          <a:xfrm>
            <a:off x="1344207" y="525449"/>
            <a:ext cx="9640135" cy="3817951"/>
          </a:xfrm>
          <a:prstGeom prst="rect">
            <a:avLst/>
          </a:prstGeom>
        </p:spPr>
      </p:pic>
      <p:sp>
        <p:nvSpPr>
          <p:cNvPr id="6" name="TextBox 5">
            <a:extLst>
              <a:ext uri="{FF2B5EF4-FFF2-40B4-BE49-F238E27FC236}">
                <a16:creationId xmlns:a16="http://schemas.microsoft.com/office/drawing/2014/main" id="{8024CED9-BCFA-87EE-9EA7-E58479D92C7D}"/>
              </a:ext>
            </a:extLst>
          </p:cNvPr>
          <p:cNvSpPr txBox="1"/>
          <p:nvPr/>
        </p:nvSpPr>
        <p:spPr>
          <a:xfrm>
            <a:off x="3937519" y="5358517"/>
            <a:ext cx="3816220" cy="830997"/>
          </a:xfrm>
          <a:prstGeom prst="rect">
            <a:avLst/>
          </a:prstGeom>
          <a:noFill/>
        </p:spPr>
        <p:txBody>
          <a:bodyPr wrap="square" rtlCol="0">
            <a:spAutoFit/>
          </a:bodyPr>
          <a:lstStyle/>
          <a:p>
            <a:r>
              <a:rPr lang="en-IN" sz="4800" dirty="0">
                <a:solidFill>
                  <a:schemeClr val="bg1">
                    <a:lumMod val="95000"/>
                  </a:schemeClr>
                </a:solidFill>
              </a:rPr>
              <a:t>CODE</a:t>
            </a:r>
          </a:p>
        </p:txBody>
      </p:sp>
    </p:spTree>
    <p:extLst>
      <p:ext uri="{BB962C8B-B14F-4D97-AF65-F5344CB8AC3E}">
        <p14:creationId xmlns:p14="http://schemas.microsoft.com/office/powerpoint/2010/main" val="396610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E28E575-A840-A6D6-77B2-731E92CB1A8E}"/>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F1A494F4-A3EB-7411-D4C8-24510745216B}"/>
              </a:ext>
            </a:extLst>
          </p:cNvPr>
          <p:cNvPicPr>
            <a:picLocks noChangeAspect="1"/>
          </p:cNvPicPr>
          <p:nvPr/>
        </p:nvPicPr>
        <p:blipFill>
          <a:blip r:embed="rId2"/>
          <a:stretch>
            <a:fillRect/>
          </a:stretch>
        </p:blipFill>
        <p:spPr>
          <a:xfrm>
            <a:off x="1558770" y="148378"/>
            <a:ext cx="9074426" cy="4537540"/>
          </a:xfrm>
          <a:prstGeom prst="rect">
            <a:avLst/>
          </a:prstGeom>
        </p:spPr>
      </p:pic>
    </p:spTree>
    <p:extLst>
      <p:ext uri="{BB962C8B-B14F-4D97-AF65-F5344CB8AC3E}">
        <p14:creationId xmlns:p14="http://schemas.microsoft.com/office/powerpoint/2010/main" val="312769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4A41B35F-C98A-7AF8-66DD-C64836AA7DE2}"/>
              </a:ext>
            </a:extLst>
          </p:cNvPr>
          <p:cNvPicPr>
            <a:picLocks noChangeAspect="1"/>
          </p:cNvPicPr>
          <p:nvPr/>
        </p:nvPicPr>
        <p:blipFill>
          <a:blip r:embed="rId2"/>
          <a:stretch>
            <a:fillRect/>
          </a:stretch>
        </p:blipFill>
        <p:spPr>
          <a:xfrm>
            <a:off x="469745" y="596676"/>
            <a:ext cx="11351346" cy="4096622"/>
          </a:xfrm>
          <a:prstGeom prst="rect">
            <a:avLst/>
          </a:prstGeom>
        </p:spPr>
      </p:pic>
      <p:sp>
        <p:nvSpPr>
          <p:cNvPr id="6" name="TextBox 5">
            <a:extLst>
              <a:ext uri="{FF2B5EF4-FFF2-40B4-BE49-F238E27FC236}">
                <a16:creationId xmlns:a16="http://schemas.microsoft.com/office/drawing/2014/main" id="{F5E7E19F-742E-1A54-AE04-6FB682CE15C9}"/>
              </a:ext>
            </a:extLst>
          </p:cNvPr>
          <p:cNvSpPr txBox="1"/>
          <p:nvPr/>
        </p:nvSpPr>
        <p:spPr>
          <a:xfrm>
            <a:off x="4898571" y="5479907"/>
            <a:ext cx="1594732" cy="830997"/>
          </a:xfrm>
          <a:prstGeom prst="rect">
            <a:avLst/>
          </a:prstGeom>
          <a:noFill/>
        </p:spPr>
        <p:txBody>
          <a:bodyPr wrap="none" rtlCol="0">
            <a:spAutoFit/>
          </a:bodyPr>
          <a:lstStyle/>
          <a:p>
            <a:r>
              <a:rPr lang="en-IN" sz="4800" dirty="0">
                <a:solidFill>
                  <a:schemeClr val="bg1">
                    <a:lumMod val="95000"/>
                  </a:schemeClr>
                </a:solidFill>
              </a:rPr>
              <a:t>CODE</a:t>
            </a:r>
          </a:p>
        </p:txBody>
      </p:sp>
    </p:spTree>
    <p:extLst>
      <p:ext uri="{BB962C8B-B14F-4D97-AF65-F5344CB8AC3E}">
        <p14:creationId xmlns:p14="http://schemas.microsoft.com/office/powerpoint/2010/main" val="121232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D4454E0A-A835-DF04-A819-E6CE33BB0FFD}"/>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D2E353E5-3F5F-E505-EB33-A4C6E9155975}"/>
              </a:ext>
            </a:extLst>
          </p:cNvPr>
          <p:cNvPicPr>
            <a:picLocks noChangeAspect="1"/>
          </p:cNvPicPr>
          <p:nvPr/>
        </p:nvPicPr>
        <p:blipFill>
          <a:blip r:embed="rId2"/>
          <a:stretch>
            <a:fillRect/>
          </a:stretch>
        </p:blipFill>
        <p:spPr>
          <a:xfrm>
            <a:off x="2053222" y="474873"/>
            <a:ext cx="8085521" cy="3901778"/>
          </a:xfrm>
          <a:prstGeom prst="rect">
            <a:avLst/>
          </a:prstGeom>
        </p:spPr>
      </p:pic>
    </p:spTree>
    <p:extLst>
      <p:ext uri="{BB962C8B-B14F-4D97-AF65-F5344CB8AC3E}">
        <p14:creationId xmlns:p14="http://schemas.microsoft.com/office/powerpoint/2010/main" val="3094503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D28B62E2-161E-8DA1-C4EC-5A1395869063}"/>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4" name="Content Placeholder 3">
            <a:extLst>
              <a:ext uri="{FF2B5EF4-FFF2-40B4-BE49-F238E27FC236}">
                <a16:creationId xmlns:a16="http://schemas.microsoft.com/office/drawing/2014/main" id="{CD86EBEB-0532-9938-C627-48533AC13684}"/>
              </a:ext>
            </a:extLst>
          </p:cNvPr>
          <p:cNvPicPr>
            <a:picLocks noGrp="1" noChangeAspect="1"/>
          </p:cNvPicPr>
          <p:nvPr>
            <p:ph idx="1"/>
          </p:nvPr>
        </p:nvPicPr>
        <p:blipFill>
          <a:blip r:embed="rId2"/>
          <a:stretch>
            <a:fillRect/>
          </a:stretch>
        </p:blipFill>
        <p:spPr>
          <a:xfrm>
            <a:off x="1858617" y="576350"/>
            <a:ext cx="8239540" cy="3981364"/>
          </a:xfrm>
          <a:prstGeom prst="rect">
            <a:avLst/>
          </a:prstGeom>
        </p:spPr>
      </p:pic>
    </p:spTree>
    <p:extLst>
      <p:ext uri="{BB962C8B-B14F-4D97-AF65-F5344CB8AC3E}">
        <p14:creationId xmlns:p14="http://schemas.microsoft.com/office/powerpoint/2010/main" val="1613914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BA2042D3-39A0-6B25-790C-2E59129D24DC}"/>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CB0624FC-9321-DB61-0071-C53FB351F242}"/>
              </a:ext>
            </a:extLst>
          </p:cNvPr>
          <p:cNvPicPr>
            <a:picLocks noChangeAspect="1"/>
          </p:cNvPicPr>
          <p:nvPr/>
        </p:nvPicPr>
        <p:blipFill>
          <a:blip r:embed="rId2"/>
          <a:stretch>
            <a:fillRect/>
          </a:stretch>
        </p:blipFill>
        <p:spPr>
          <a:xfrm>
            <a:off x="2403972" y="198398"/>
            <a:ext cx="7674305" cy="4613226"/>
          </a:xfrm>
          <a:prstGeom prst="rect">
            <a:avLst/>
          </a:prstGeom>
        </p:spPr>
      </p:pic>
    </p:spTree>
    <p:extLst>
      <p:ext uri="{BB962C8B-B14F-4D97-AF65-F5344CB8AC3E}">
        <p14:creationId xmlns:p14="http://schemas.microsoft.com/office/powerpoint/2010/main" val="309967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0618F7A-A182-A75C-5239-13067BA7E7B4}"/>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8C1E1E15-C218-E546-34CE-8E6233DFFEED}"/>
              </a:ext>
            </a:extLst>
          </p:cNvPr>
          <p:cNvPicPr>
            <a:picLocks noChangeAspect="1"/>
          </p:cNvPicPr>
          <p:nvPr/>
        </p:nvPicPr>
        <p:blipFill>
          <a:blip r:embed="rId2"/>
          <a:stretch>
            <a:fillRect/>
          </a:stretch>
        </p:blipFill>
        <p:spPr>
          <a:xfrm>
            <a:off x="345745" y="152949"/>
            <a:ext cx="5647551" cy="4403488"/>
          </a:xfrm>
          <a:prstGeom prst="rect">
            <a:avLst/>
          </a:prstGeom>
        </p:spPr>
      </p:pic>
      <p:pic>
        <p:nvPicPr>
          <p:cNvPr id="7" name="Picture 6">
            <a:extLst>
              <a:ext uri="{FF2B5EF4-FFF2-40B4-BE49-F238E27FC236}">
                <a16:creationId xmlns:a16="http://schemas.microsoft.com/office/drawing/2014/main" id="{BF4F66A0-0FE3-0159-F9F7-7E34A967B679}"/>
              </a:ext>
            </a:extLst>
          </p:cNvPr>
          <p:cNvPicPr>
            <a:picLocks noChangeAspect="1"/>
          </p:cNvPicPr>
          <p:nvPr/>
        </p:nvPicPr>
        <p:blipFill>
          <a:blip r:embed="rId3"/>
          <a:stretch>
            <a:fillRect/>
          </a:stretch>
        </p:blipFill>
        <p:spPr>
          <a:xfrm>
            <a:off x="6198706" y="213919"/>
            <a:ext cx="5718631" cy="4523638"/>
          </a:xfrm>
          <a:prstGeom prst="rect">
            <a:avLst/>
          </a:prstGeom>
        </p:spPr>
      </p:pic>
    </p:spTree>
    <p:extLst>
      <p:ext uri="{BB962C8B-B14F-4D97-AF65-F5344CB8AC3E}">
        <p14:creationId xmlns:p14="http://schemas.microsoft.com/office/powerpoint/2010/main" val="2277025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E19C453E-7D4B-2F54-76E8-04F1D08C3C12}"/>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8F9D6B7F-3C87-58AA-4B1D-2EEE4A91CF31}"/>
              </a:ext>
            </a:extLst>
          </p:cNvPr>
          <p:cNvPicPr>
            <a:picLocks noChangeAspect="1"/>
          </p:cNvPicPr>
          <p:nvPr/>
        </p:nvPicPr>
        <p:blipFill>
          <a:blip r:embed="rId2"/>
          <a:stretch>
            <a:fillRect/>
          </a:stretch>
        </p:blipFill>
        <p:spPr>
          <a:xfrm>
            <a:off x="466829" y="318195"/>
            <a:ext cx="6301720" cy="4305229"/>
          </a:xfrm>
          <a:prstGeom prst="rect">
            <a:avLst/>
          </a:prstGeom>
        </p:spPr>
      </p:pic>
      <p:pic>
        <p:nvPicPr>
          <p:cNvPr id="7" name="Picture 6">
            <a:extLst>
              <a:ext uri="{FF2B5EF4-FFF2-40B4-BE49-F238E27FC236}">
                <a16:creationId xmlns:a16="http://schemas.microsoft.com/office/drawing/2014/main" id="{FDD77878-DF4B-59D4-DA68-4F2BA943D86F}"/>
              </a:ext>
            </a:extLst>
          </p:cNvPr>
          <p:cNvPicPr>
            <a:picLocks noChangeAspect="1"/>
          </p:cNvPicPr>
          <p:nvPr/>
        </p:nvPicPr>
        <p:blipFill>
          <a:blip r:embed="rId3"/>
          <a:stretch>
            <a:fillRect/>
          </a:stretch>
        </p:blipFill>
        <p:spPr>
          <a:xfrm>
            <a:off x="7630249" y="398769"/>
            <a:ext cx="4512365" cy="3854035"/>
          </a:xfrm>
          <a:prstGeom prst="rect">
            <a:avLst/>
          </a:prstGeom>
        </p:spPr>
      </p:pic>
    </p:spTree>
    <p:extLst>
      <p:ext uri="{BB962C8B-B14F-4D97-AF65-F5344CB8AC3E}">
        <p14:creationId xmlns:p14="http://schemas.microsoft.com/office/powerpoint/2010/main" val="3516593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CDD30E6-CC77-6C9F-F802-597E909EDD8A}"/>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518B9EFB-E6E8-A2FD-F312-945DD1A7325E}"/>
              </a:ext>
            </a:extLst>
          </p:cNvPr>
          <p:cNvPicPr>
            <a:picLocks noChangeAspect="1"/>
          </p:cNvPicPr>
          <p:nvPr/>
        </p:nvPicPr>
        <p:blipFill>
          <a:blip r:embed="rId2"/>
          <a:stretch>
            <a:fillRect/>
          </a:stretch>
        </p:blipFill>
        <p:spPr>
          <a:xfrm>
            <a:off x="787703" y="306714"/>
            <a:ext cx="4937236" cy="4458086"/>
          </a:xfrm>
          <a:prstGeom prst="rect">
            <a:avLst/>
          </a:prstGeom>
        </p:spPr>
      </p:pic>
      <p:pic>
        <p:nvPicPr>
          <p:cNvPr id="7" name="Picture 6">
            <a:extLst>
              <a:ext uri="{FF2B5EF4-FFF2-40B4-BE49-F238E27FC236}">
                <a16:creationId xmlns:a16="http://schemas.microsoft.com/office/drawing/2014/main" id="{10EE28F4-0327-8106-FC0D-48E08566B6EE}"/>
              </a:ext>
            </a:extLst>
          </p:cNvPr>
          <p:cNvPicPr>
            <a:picLocks noChangeAspect="1"/>
          </p:cNvPicPr>
          <p:nvPr/>
        </p:nvPicPr>
        <p:blipFill>
          <a:blip r:embed="rId3"/>
          <a:stretch>
            <a:fillRect/>
          </a:stretch>
        </p:blipFill>
        <p:spPr>
          <a:xfrm>
            <a:off x="6344064" y="147688"/>
            <a:ext cx="5313766" cy="4528899"/>
          </a:xfrm>
          <a:prstGeom prst="rect">
            <a:avLst/>
          </a:prstGeom>
        </p:spPr>
      </p:pic>
    </p:spTree>
    <p:extLst>
      <p:ext uri="{BB962C8B-B14F-4D97-AF65-F5344CB8AC3E}">
        <p14:creationId xmlns:p14="http://schemas.microsoft.com/office/powerpoint/2010/main" val="3647393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681594D-4B9D-1B12-4F64-604AB92B61F8}"/>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9E99ACC5-8D8E-2609-19AB-BBA5562AC243}"/>
              </a:ext>
            </a:extLst>
          </p:cNvPr>
          <p:cNvPicPr>
            <a:picLocks noChangeAspect="1"/>
          </p:cNvPicPr>
          <p:nvPr/>
        </p:nvPicPr>
        <p:blipFill>
          <a:blip r:embed="rId2"/>
          <a:stretch>
            <a:fillRect/>
          </a:stretch>
        </p:blipFill>
        <p:spPr>
          <a:xfrm>
            <a:off x="400904" y="119149"/>
            <a:ext cx="6079409" cy="4536578"/>
          </a:xfrm>
          <a:prstGeom prst="rect">
            <a:avLst/>
          </a:prstGeom>
        </p:spPr>
      </p:pic>
      <p:pic>
        <p:nvPicPr>
          <p:cNvPr id="7" name="Picture 6">
            <a:extLst>
              <a:ext uri="{FF2B5EF4-FFF2-40B4-BE49-F238E27FC236}">
                <a16:creationId xmlns:a16="http://schemas.microsoft.com/office/drawing/2014/main" id="{99859B4B-F58F-8A7A-477D-FE7FAA7A6BDD}"/>
              </a:ext>
            </a:extLst>
          </p:cNvPr>
          <p:cNvPicPr>
            <a:picLocks noChangeAspect="1"/>
          </p:cNvPicPr>
          <p:nvPr/>
        </p:nvPicPr>
        <p:blipFill>
          <a:blip r:embed="rId3"/>
          <a:stretch>
            <a:fillRect/>
          </a:stretch>
        </p:blipFill>
        <p:spPr>
          <a:xfrm>
            <a:off x="6879710" y="278296"/>
            <a:ext cx="4997551" cy="4398291"/>
          </a:xfrm>
          <a:prstGeom prst="rect">
            <a:avLst/>
          </a:prstGeom>
        </p:spPr>
      </p:pic>
    </p:spTree>
    <p:extLst>
      <p:ext uri="{BB962C8B-B14F-4D97-AF65-F5344CB8AC3E}">
        <p14:creationId xmlns:p14="http://schemas.microsoft.com/office/powerpoint/2010/main" val="403381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71324466-AB7C-E146-3434-062FA2EE83A1}"/>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 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D6017DCE-F3B4-E050-C350-F1D26716FD2C}"/>
              </a:ext>
            </a:extLst>
          </p:cNvPr>
          <p:cNvPicPr>
            <a:picLocks noChangeAspect="1"/>
          </p:cNvPicPr>
          <p:nvPr/>
        </p:nvPicPr>
        <p:blipFill>
          <a:blip r:embed="rId2"/>
          <a:stretch>
            <a:fillRect/>
          </a:stretch>
        </p:blipFill>
        <p:spPr>
          <a:xfrm>
            <a:off x="884556" y="432831"/>
            <a:ext cx="5377096" cy="4409337"/>
          </a:xfrm>
          <a:prstGeom prst="rect">
            <a:avLst/>
          </a:prstGeom>
        </p:spPr>
      </p:pic>
      <p:pic>
        <p:nvPicPr>
          <p:cNvPr id="7" name="Picture 6">
            <a:extLst>
              <a:ext uri="{FF2B5EF4-FFF2-40B4-BE49-F238E27FC236}">
                <a16:creationId xmlns:a16="http://schemas.microsoft.com/office/drawing/2014/main" id="{38D00280-E153-3525-FEF5-17226FE6FD74}"/>
              </a:ext>
            </a:extLst>
          </p:cNvPr>
          <p:cNvPicPr>
            <a:picLocks noChangeAspect="1"/>
          </p:cNvPicPr>
          <p:nvPr/>
        </p:nvPicPr>
        <p:blipFill>
          <a:blip r:embed="rId3"/>
          <a:stretch>
            <a:fillRect/>
          </a:stretch>
        </p:blipFill>
        <p:spPr>
          <a:xfrm>
            <a:off x="6868044" y="442815"/>
            <a:ext cx="4719071" cy="4084674"/>
          </a:xfrm>
          <a:prstGeom prst="rect">
            <a:avLst/>
          </a:prstGeom>
        </p:spPr>
      </p:pic>
    </p:spTree>
    <p:extLst>
      <p:ext uri="{BB962C8B-B14F-4D97-AF65-F5344CB8AC3E}">
        <p14:creationId xmlns:p14="http://schemas.microsoft.com/office/powerpoint/2010/main" val="2485606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8478665-622D-309A-C314-2D95CA013B85}"/>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a:extLst>
              <a:ext uri="{FF2B5EF4-FFF2-40B4-BE49-F238E27FC236}">
                <a16:creationId xmlns:a16="http://schemas.microsoft.com/office/drawing/2014/main" id="{CE93140D-3D78-EA62-B52A-BE3C2F68349A}"/>
              </a:ext>
            </a:extLst>
          </p:cNvPr>
          <p:cNvPicPr>
            <a:picLocks noChangeAspect="1"/>
          </p:cNvPicPr>
          <p:nvPr/>
        </p:nvPicPr>
        <p:blipFill>
          <a:blip r:embed="rId2"/>
          <a:stretch>
            <a:fillRect/>
          </a:stretch>
        </p:blipFill>
        <p:spPr>
          <a:xfrm>
            <a:off x="331053" y="207453"/>
            <a:ext cx="5461027" cy="4415971"/>
          </a:xfrm>
          <a:prstGeom prst="rect">
            <a:avLst/>
          </a:prstGeom>
        </p:spPr>
      </p:pic>
      <p:pic>
        <p:nvPicPr>
          <p:cNvPr id="11" name="Picture 10">
            <a:extLst>
              <a:ext uri="{FF2B5EF4-FFF2-40B4-BE49-F238E27FC236}">
                <a16:creationId xmlns:a16="http://schemas.microsoft.com/office/drawing/2014/main" id="{D664D19B-C4BA-391D-4377-EFA48E4D475B}"/>
              </a:ext>
            </a:extLst>
          </p:cNvPr>
          <p:cNvPicPr>
            <a:picLocks noChangeAspect="1"/>
          </p:cNvPicPr>
          <p:nvPr/>
        </p:nvPicPr>
        <p:blipFill>
          <a:blip r:embed="rId3"/>
          <a:stretch>
            <a:fillRect/>
          </a:stretch>
        </p:blipFill>
        <p:spPr>
          <a:xfrm>
            <a:off x="5956852" y="462381"/>
            <a:ext cx="4827105" cy="4161043"/>
          </a:xfrm>
          <a:prstGeom prst="rect">
            <a:avLst/>
          </a:prstGeom>
        </p:spPr>
      </p:pic>
    </p:spTree>
    <p:extLst>
      <p:ext uri="{BB962C8B-B14F-4D97-AF65-F5344CB8AC3E}">
        <p14:creationId xmlns:p14="http://schemas.microsoft.com/office/powerpoint/2010/main" val="460900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D98B8EA9-344D-D341-4ADA-A33F1FE8E816}"/>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FE8B0442-098D-0D6F-B215-413D0013EE3C}"/>
              </a:ext>
            </a:extLst>
          </p:cNvPr>
          <p:cNvPicPr>
            <a:picLocks noChangeAspect="1"/>
          </p:cNvPicPr>
          <p:nvPr/>
        </p:nvPicPr>
        <p:blipFill>
          <a:blip r:embed="rId2"/>
          <a:stretch>
            <a:fillRect/>
          </a:stretch>
        </p:blipFill>
        <p:spPr>
          <a:xfrm>
            <a:off x="222666" y="211898"/>
            <a:ext cx="5532091" cy="4464689"/>
          </a:xfrm>
          <a:prstGeom prst="rect">
            <a:avLst/>
          </a:prstGeom>
        </p:spPr>
      </p:pic>
      <p:pic>
        <p:nvPicPr>
          <p:cNvPr id="7" name="Picture 6">
            <a:extLst>
              <a:ext uri="{FF2B5EF4-FFF2-40B4-BE49-F238E27FC236}">
                <a16:creationId xmlns:a16="http://schemas.microsoft.com/office/drawing/2014/main" id="{7CD1EBCF-CDFA-3AB9-2AA8-FA547CBCC8A4}"/>
              </a:ext>
            </a:extLst>
          </p:cNvPr>
          <p:cNvPicPr>
            <a:picLocks noChangeAspect="1"/>
          </p:cNvPicPr>
          <p:nvPr/>
        </p:nvPicPr>
        <p:blipFill>
          <a:blip r:embed="rId3"/>
          <a:stretch>
            <a:fillRect/>
          </a:stretch>
        </p:blipFill>
        <p:spPr>
          <a:xfrm>
            <a:off x="6095983" y="131484"/>
            <a:ext cx="5155361" cy="4491940"/>
          </a:xfrm>
          <a:prstGeom prst="rect">
            <a:avLst/>
          </a:prstGeom>
        </p:spPr>
      </p:pic>
    </p:spTree>
    <p:extLst>
      <p:ext uri="{BB962C8B-B14F-4D97-AF65-F5344CB8AC3E}">
        <p14:creationId xmlns:p14="http://schemas.microsoft.com/office/powerpoint/2010/main" val="1510522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4368270-207A-210D-D1F3-D9A7C24EB142}"/>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C3F9CD9D-3FD2-8934-5DD8-617B90631A33}"/>
              </a:ext>
            </a:extLst>
          </p:cNvPr>
          <p:cNvPicPr>
            <a:picLocks noChangeAspect="1"/>
          </p:cNvPicPr>
          <p:nvPr/>
        </p:nvPicPr>
        <p:blipFill>
          <a:blip r:embed="rId2"/>
          <a:stretch>
            <a:fillRect/>
          </a:stretch>
        </p:blipFill>
        <p:spPr>
          <a:xfrm>
            <a:off x="450114" y="287682"/>
            <a:ext cx="5457042" cy="4477118"/>
          </a:xfrm>
          <a:prstGeom prst="rect">
            <a:avLst/>
          </a:prstGeom>
        </p:spPr>
      </p:pic>
      <p:pic>
        <p:nvPicPr>
          <p:cNvPr id="7" name="Picture 6">
            <a:extLst>
              <a:ext uri="{FF2B5EF4-FFF2-40B4-BE49-F238E27FC236}">
                <a16:creationId xmlns:a16="http://schemas.microsoft.com/office/drawing/2014/main" id="{FB8521B9-FA8B-8D72-DD20-E5E1BAAC0469}"/>
              </a:ext>
            </a:extLst>
          </p:cNvPr>
          <p:cNvPicPr>
            <a:picLocks noChangeAspect="1"/>
          </p:cNvPicPr>
          <p:nvPr/>
        </p:nvPicPr>
        <p:blipFill>
          <a:blip r:embed="rId3"/>
          <a:stretch>
            <a:fillRect/>
          </a:stretch>
        </p:blipFill>
        <p:spPr>
          <a:xfrm>
            <a:off x="6198524" y="287682"/>
            <a:ext cx="5457042" cy="4477118"/>
          </a:xfrm>
          <a:prstGeom prst="rect">
            <a:avLst/>
          </a:prstGeom>
        </p:spPr>
      </p:pic>
    </p:spTree>
    <p:extLst>
      <p:ext uri="{BB962C8B-B14F-4D97-AF65-F5344CB8AC3E}">
        <p14:creationId xmlns:p14="http://schemas.microsoft.com/office/powerpoint/2010/main" val="3265564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D04D05D-DF79-552A-9E80-494854087420}"/>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a:extLst>
              <a:ext uri="{FF2B5EF4-FFF2-40B4-BE49-F238E27FC236}">
                <a16:creationId xmlns:a16="http://schemas.microsoft.com/office/drawing/2014/main" id="{1B4E3647-E9C9-2FBA-B99D-EA71E22D08F5}"/>
              </a:ext>
            </a:extLst>
          </p:cNvPr>
          <p:cNvPicPr>
            <a:picLocks noChangeAspect="1"/>
          </p:cNvPicPr>
          <p:nvPr/>
        </p:nvPicPr>
        <p:blipFill>
          <a:blip r:embed="rId2"/>
          <a:stretch>
            <a:fillRect/>
          </a:stretch>
        </p:blipFill>
        <p:spPr>
          <a:xfrm>
            <a:off x="541626" y="532934"/>
            <a:ext cx="4755931" cy="3334580"/>
          </a:xfrm>
          <a:prstGeom prst="rect">
            <a:avLst/>
          </a:prstGeom>
        </p:spPr>
      </p:pic>
      <p:pic>
        <p:nvPicPr>
          <p:cNvPr id="11" name="Picture 10">
            <a:extLst>
              <a:ext uri="{FF2B5EF4-FFF2-40B4-BE49-F238E27FC236}">
                <a16:creationId xmlns:a16="http://schemas.microsoft.com/office/drawing/2014/main" id="{BA4EC054-AAEF-86C4-A654-734A5CB2C3EC}"/>
              </a:ext>
            </a:extLst>
          </p:cNvPr>
          <p:cNvPicPr>
            <a:picLocks noChangeAspect="1"/>
          </p:cNvPicPr>
          <p:nvPr/>
        </p:nvPicPr>
        <p:blipFill>
          <a:blip r:embed="rId3"/>
          <a:stretch>
            <a:fillRect/>
          </a:stretch>
        </p:blipFill>
        <p:spPr>
          <a:xfrm>
            <a:off x="6279016" y="532933"/>
            <a:ext cx="5270254" cy="3959553"/>
          </a:xfrm>
          <a:prstGeom prst="rect">
            <a:avLst/>
          </a:prstGeom>
        </p:spPr>
      </p:pic>
    </p:spTree>
    <p:extLst>
      <p:ext uri="{BB962C8B-B14F-4D97-AF65-F5344CB8AC3E}">
        <p14:creationId xmlns:p14="http://schemas.microsoft.com/office/powerpoint/2010/main" val="1540782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7199A704-C909-CFE1-66EF-3903E203305A}"/>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17E379CE-8796-8735-F4C5-DE9AF77FDA1B}"/>
              </a:ext>
            </a:extLst>
          </p:cNvPr>
          <p:cNvPicPr>
            <a:picLocks noChangeAspect="1"/>
          </p:cNvPicPr>
          <p:nvPr/>
        </p:nvPicPr>
        <p:blipFill>
          <a:blip r:embed="rId2"/>
          <a:stretch>
            <a:fillRect/>
          </a:stretch>
        </p:blipFill>
        <p:spPr>
          <a:xfrm>
            <a:off x="495659" y="379487"/>
            <a:ext cx="4712446" cy="3844644"/>
          </a:xfrm>
          <a:prstGeom prst="rect">
            <a:avLst/>
          </a:prstGeom>
        </p:spPr>
      </p:pic>
      <p:pic>
        <p:nvPicPr>
          <p:cNvPr id="7" name="Picture 6">
            <a:extLst>
              <a:ext uri="{FF2B5EF4-FFF2-40B4-BE49-F238E27FC236}">
                <a16:creationId xmlns:a16="http://schemas.microsoft.com/office/drawing/2014/main" id="{CEDC196E-7E8D-9909-58A4-E944FAD88BEC}"/>
              </a:ext>
            </a:extLst>
          </p:cNvPr>
          <p:cNvPicPr>
            <a:picLocks noChangeAspect="1"/>
          </p:cNvPicPr>
          <p:nvPr/>
        </p:nvPicPr>
        <p:blipFill>
          <a:blip r:embed="rId3"/>
          <a:stretch>
            <a:fillRect/>
          </a:stretch>
        </p:blipFill>
        <p:spPr>
          <a:xfrm>
            <a:off x="6285332" y="379487"/>
            <a:ext cx="5411009" cy="4106290"/>
          </a:xfrm>
          <a:prstGeom prst="rect">
            <a:avLst/>
          </a:prstGeom>
        </p:spPr>
      </p:pic>
    </p:spTree>
    <p:extLst>
      <p:ext uri="{BB962C8B-B14F-4D97-AF65-F5344CB8AC3E}">
        <p14:creationId xmlns:p14="http://schemas.microsoft.com/office/powerpoint/2010/main" val="2001506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E29E2F5D-C13C-0C64-31B9-727FD2444F8D}"/>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9D67588E-282C-73F4-3EFD-2893AF8C6447}"/>
              </a:ext>
            </a:extLst>
          </p:cNvPr>
          <p:cNvPicPr>
            <a:picLocks noChangeAspect="1"/>
          </p:cNvPicPr>
          <p:nvPr/>
        </p:nvPicPr>
        <p:blipFill>
          <a:blip r:embed="rId2"/>
          <a:stretch>
            <a:fillRect/>
          </a:stretch>
        </p:blipFill>
        <p:spPr>
          <a:xfrm>
            <a:off x="461610" y="297775"/>
            <a:ext cx="4557651" cy="3800447"/>
          </a:xfrm>
          <a:prstGeom prst="rect">
            <a:avLst/>
          </a:prstGeom>
        </p:spPr>
      </p:pic>
      <p:pic>
        <p:nvPicPr>
          <p:cNvPr id="7" name="Picture 6">
            <a:extLst>
              <a:ext uri="{FF2B5EF4-FFF2-40B4-BE49-F238E27FC236}">
                <a16:creationId xmlns:a16="http://schemas.microsoft.com/office/drawing/2014/main" id="{AE954DC4-25C9-02F3-5E6B-61776911A17E}"/>
              </a:ext>
            </a:extLst>
          </p:cNvPr>
          <p:cNvPicPr>
            <a:picLocks noChangeAspect="1"/>
          </p:cNvPicPr>
          <p:nvPr/>
        </p:nvPicPr>
        <p:blipFill>
          <a:blip r:embed="rId3"/>
          <a:stretch>
            <a:fillRect/>
          </a:stretch>
        </p:blipFill>
        <p:spPr>
          <a:xfrm>
            <a:off x="5734878" y="439151"/>
            <a:ext cx="5297557" cy="4073214"/>
          </a:xfrm>
          <a:prstGeom prst="rect">
            <a:avLst/>
          </a:prstGeom>
        </p:spPr>
      </p:pic>
    </p:spTree>
    <p:extLst>
      <p:ext uri="{BB962C8B-B14F-4D97-AF65-F5344CB8AC3E}">
        <p14:creationId xmlns:p14="http://schemas.microsoft.com/office/powerpoint/2010/main" val="390270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DDB3E0F5-850D-9229-367D-160A09EC994F}"/>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FBF43230-595E-95C6-BD08-C7D2D3A6F884}"/>
              </a:ext>
            </a:extLst>
          </p:cNvPr>
          <p:cNvPicPr>
            <a:picLocks noChangeAspect="1"/>
          </p:cNvPicPr>
          <p:nvPr/>
        </p:nvPicPr>
        <p:blipFill>
          <a:blip r:embed="rId2"/>
          <a:stretch>
            <a:fillRect/>
          </a:stretch>
        </p:blipFill>
        <p:spPr>
          <a:xfrm>
            <a:off x="244196" y="371663"/>
            <a:ext cx="5063299" cy="3876972"/>
          </a:xfrm>
          <a:prstGeom prst="rect">
            <a:avLst/>
          </a:prstGeom>
        </p:spPr>
      </p:pic>
      <p:pic>
        <p:nvPicPr>
          <p:cNvPr id="7" name="Picture 6">
            <a:extLst>
              <a:ext uri="{FF2B5EF4-FFF2-40B4-BE49-F238E27FC236}">
                <a16:creationId xmlns:a16="http://schemas.microsoft.com/office/drawing/2014/main" id="{6611C44E-BC70-C60F-E4BD-453528A40DC5}"/>
              </a:ext>
            </a:extLst>
          </p:cNvPr>
          <p:cNvPicPr>
            <a:picLocks noChangeAspect="1"/>
          </p:cNvPicPr>
          <p:nvPr/>
        </p:nvPicPr>
        <p:blipFill>
          <a:blip r:embed="rId3"/>
          <a:stretch>
            <a:fillRect/>
          </a:stretch>
        </p:blipFill>
        <p:spPr>
          <a:xfrm>
            <a:off x="5466521" y="435671"/>
            <a:ext cx="6122633" cy="3812964"/>
          </a:xfrm>
          <a:prstGeom prst="rect">
            <a:avLst/>
          </a:prstGeom>
        </p:spPr>
      </p:pic>
    </p:spTree>
    <p:extLst>
      <p:ext uri="{BB962C8B-B14F-4D97-AF65-F5344CB8AC3E}">
        <p14:creationId xmlns:p14="http://schemas.microsoft.com/office/powerpoint/2010/main" val="4070748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E2684321-618F-7CB6-9F5A-55AA7CE125F5}"/>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9A8239F6-840C-6176-E099-CD9DDAC6A500}"/>
              </a:ext>
            </a:extLst>
          </p:cNvPr>
          <p:cNvPicPr>
            <a:picLocks noChangeAspect="1"/>
          </p:cNvPicPr>
          <p:nvPr/>
        </p:nvPicPr>
        <p:blipFill>
          <a:blip r:embed="rId2"/>
          <a:stretch>
            <a:fillRect/>
          </a:stretch>
        </p:blipFill>
        <p:spPr>
          <a:xfrm>
            <a:off x="426911" y="417589"/>
            <a:ext cx="4502898" cy="3912238"/>
          </a:xfrm>
          <a:prstGeom prst="rect">
            <a:avLst/>
          </a:prstGeom>
        </p:spPr>
      </p:pic>
      <p:pic>
        <p:nvPicPr>
          <p:cNvPr id="7" name="Picture 6">
            <a:extLst>
              <a:ext uri="{FF2B5EF4-FFF2-40B4-BE49-F238E27FC236}">
                <a16:creationId xmlns:a16="http://schemas.microsoft.com/office/drawing/2014/main" id="{8B4B6F71-9354-33BD-0C58-524D8DB7CDBE}"/>
              </a:ext>
            </a:extLst>
          </p:cNvPr>
          <p:cNvPicPr>
            <a:picLocks noChangeAspect="1"/>
          </p:cNvPicPr>
          <p:nvPr/>
        </p:nvPicPr>
        <p:blipFill>
          <a:blip r:embed="rId3"/>
          <a:stretch>
            <a:fillRect/>
          </a:stretch>
        </p:blipFill>
        <p:spPr>
          <a:xfrm>
            <a:off x="5625548" y="341959"/>
            <a:ext cx="6056108" cy="4425026"/>
          </a:xfrm>
          <a:prstGeom prst="rect">
            <a:avLst/>
          </a:prstGeom>
        </p:spPr>
      </p:pic>
    </p:spTree>
    <p:extLst>
      <p:ext uri="{BB962C8B-B14F-4D97-AF65-F5344CB8AC3E}">
        <p14:creationId xmlns:p14="http://schemas.microsoft.com/office/powerpoint/2010/main" val="320754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D54FDF64-3ABF-F8E0-8840-D541DA55A097}"/>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8D0C0C7F-30AB-FBF0-F898-5C654C1449AE}"/>
              </a:ext>
            </a:extLst>
          </p:cNvPr>
          <p:cNvPicPr>
            <a:picLocks noChangeAspect="1"/>
          </p:cNvPicPr>
          <p:nvPr/>
        </p:nvPicPr>
        <p:blipFill>
          <a:blip r:embed="rId2"/>
          <a:stretch>
            <a:fillRect/>
          </a:stretch>
        </p:blipFill>
        <p:spPr>
          <a:xfrm>
            <a:off x="663294" y="252715"/>
            <a:ext cx="5091464" cy="4370709"/>
          </a:xfrm>
          <a:prstGeom prst="rect">
            <a:avLst/>
          </a:prstGeom>
        </p:spPr>
      </p:pic>
      <p:pic>
        <p:nvPicPr>
          <p:cNvPr id="7" name="Picture 6">
            <a:extLst>
              <a:ext uri="{FF2B5EF4-FFF2-40B4-BE49-F238E27FC236}">
                <a16:creationId xmlns:a16="http://schemas.microsoft.com/office/drawing/2014/main" id="{944F3284-EB5B-009F-2267-381DBFF41BCD}"/>
              </a:ext>
            </a:extLst>
          </p:cNvPr>
          <p:cNvPicPr>
            <a:picLocks noChangeAspect="1"/>
          </p:cNvPicPr>
          <p:nvPr/>
        </p:nvPicPr>
        <p:blipFill>
          <a:blip r:embed="rId3"/>
          <a:stretch>
            <a:fillRect/>
          </a:stretch>
        </p:blipFill>
        <p:spPr>
          <a:xfrm>
            <a:off x="6281530" y="464764"/>
            <a:ext cx="5655184" cy="4211823"/>
          </a:xfrm>
          <a:prstGeom prst="rect">
            <a:avLst/>
          </a:prstGeom>
        </p:spPr>
      </p:pic>
    </p:spTree>
    <p:extLst>
      <p:ext uri="{BB962C8B-B14F-4D97-AF65-F5344CB8AC3E}">
        <p14:creationId xmlns:p14="http://schemas.microsoft.com/office/powerpoint/2010/main" val="220647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770EBBE-9D69-B7AA-B408-4DB9EA87D059}"/>
              </a:ext>
            </a:extLst>
          </p:cNvPr>
          <p:cNvSpPr>
            <a:spLocks noGrp="1"/>
          </p:cNvSpPr>
          <p:nvPr>
            <p:ph type="title"/>
          </p:nvPr>
        </p:nvSpPr>
        <p:spPr>
          <a:xfrm>
            <a:off x="1066800" y="5252936"/>
            <a:ext cx="10058400" cy="1028715"/>
          </a:xfrm>
        </p:spPr>
        <p:txBody>
          <a:bodyPr anchor="ctr">
            <a:normAutofit/>
          </a:bodyPr>
          <a:lstStyle/>
          <a:p>
            <a:pPr algn="ctr"/>
            <a:r>
              <a:rPr lang="en-IN" dirty="0">
                <a:solidFill>
                  <a:srgbClr val="FFFFFF"/>
                </a:solidFill>
              </a:rPr>
              <a:t>CODE</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26FBBEF8-5D7B-0999-6C1C-2C39DC54F592}"/>
              </a:ext>
            </a:extLst>
          </p:cNvPr>
          <p:cNvPicPr>
            <a:picLocks noChangeAspect="1"/>
          </p:cNvPicPr>
          <p:nvPr/>
        </p:nvPicPr>
        <p:blipFill>
          <a:blip r:embed="rId2"/>
          <a:stretch>
            <a:fillRect/>
          </a:stretch>
        </p:blipFill>
        <p:spPr>
          <a:xfrm>
            <a:off x="414149" y="188613"/>
            <a:ext cx="4803894" cy="4582170"/>
          </a:xfrm>
          <a:prstGeom prst="rect">
            <a:avLst/>
          </a:prstGeom>
        </p:spPr>
      </p:pic>
      <p:pic>
        <p:nvPicPr>
          <p:cNvPr id="7" name="Picture 6">
            <a:extLst>
              <a:ext uri="{FF2B5EF4-FFF2-40B4-BE49-F238E27FC236}">
                <a16:creationId xmlns:a16="http://schemas.microsoft.com/office/drawing/2014/main" id="{A7EE231A-2DCD-B552-7798-23E14C54AF97}"/>
              </a:ext>
            </a:extLst>
          </p:cNvPr>
          <p:cNvPicPr>
            <a:picLocks noChangeAspect="1"/>
          </p:cNvPicPr>
          <p:nvPr/>
        </p:nvPicPr>
        <p:blipFill>
          <a:blip r:embed="rId3"/>
          <a:stretch>
            <a:fillRect/>
          </a:stretch>
        </p:blipFill>
        <p:spPr>
          <a:xfrm>
            <a:off x="5287617" y="576349"/>
            <a:ext cx="6092687" cy="4194434"/>
          </a:xfrm>
          <a:prstGeom prst="rect">
            <a:avLst/>
          </a:prstGeom>
        </p:spPr>
      </p:pic>
    </p:spTree>
    <p:extLst>
      <p:ext uri="{BB962C8B-B14F-4D97-AF65-F5344CB8AC3E}">
        <p14:creationId xmlns:p14="http://schemas.microsoft.com/office/powerpoint/2010/main" val="2069162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C314AE7-1F2A-862B-AEAA-B7E8C8050A47}"/>
              </a:ext>
            </a:extLst>
          </p:cNvPr>
          <p:cNvSpPr>
            <a:spLocks noGrp="1"/>
          </p:cNvSpPr>
          <p:nvPr>
            <p:ph type="title"/>
          </p:nvPr>
        </p:nvSpPr>
        <p:spPr>
          <a:xfrm>
            <a:off x="1066783" y="5698436"/>
            <a:ext cx="10058400" cy="1028715"/>
          </a:xfrm>
        </p:spPr>
        <p:txBody>
          <a:bodyPr>
            <a:normAutofit fontScale="90000"/>
          </a:bodyPr>
          <a:lstStyle/>
          <a:p>
            <a:pPr algn="ctr"/>
            <a:r>
              <a:rPr lang="en-IN" sz="4000" kern="100" dirty="0">
                <a:solidFill>
                  <a:schemeClr val="bg1"/>
                </a:solidFill>
                <a:effectLst/>
                <a:latin typeface="+mn-lt"/>
                <a:ea typeface="Calibri" panose="020F0502020204030204" pitchFamily="34" charset="0"/>
                <a:cs typeface="Times New Roman" panose="02020603050405020304" pitchFamily="18" charset="0"/>
              </a:rPr>
              <a:t>LOGISTIC REGRESSION</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b="1" dirty="0">
              <a:solidFill>
                <a:srgbClr val="FFFFFF"/>
              </a:solidFill>
            </a:endParaRPr>
          </a:p>
        </p:txBody>
      </p:sp>
      <p:sp>
        <p:nvSpPr>
          <p:cNvPr id="25" name="Rectangle 24">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extBox 8">
            <a:extLst>
              <a:ext uri="{FF2B5EF4-FFF2-40B4-BE49-F238E27FC236}">
                <a16:creationId xmlns:a16="http://schemas.microsoft.com/office/drawing/2014/main" id="{F3F0783F-F182-21E2-A32D-69699F26B9F3}"/>
              </a:ext>
            </a:extLst>
          </p:cNvPr>
          <p:cNvSpPr txBox="1"/>
          <p:nvPr/>
        </p:nvSpPr>
        <p:spPr>
          <a:xfrm>
            <a:off x="2049500" y="643467"/>
            <a:ext cx="3836842" cy="316690"/>
          </a:xfrm>
          <a:prstGeom prst="rect">
            <a:avLst/>
          </a:prstGeom>
          <a:noFill/>
        </p:spPr>
        <p:txBody>
          <a:bodyPr wrap="square" rtlCol="0">
            <a:spAutoFit/>
          </a:bodyPr>
          <a:lstStyle/>
          <a:p>
            <a:pPr defTabSz="370332">
              <a:spcAft>
                <a:spcPts val="600"/>
              </a:spcAft>
            </a:pPr>
            <a:r>
              <a:rPr lang="en-IN" sz="1458" b="1" kern="1200" dirty="0">
                <a:solidFill>
                  <a:schemeClr val="tx1"/>
                </a:solidFill>
                <a:latin typeface="+mn-lt"/>
                <a:ea typeface="+mn-ea"/>
                <a:cs typeface="+mn-cs"/>
              </a:rPr>
              <a:t>     BEFORE REMOVING OUTLIERS</a:t>
            </a:r>
            <a:endParaRPr lang="en-IN" b="1" dirty="0"/>
          </a:p>
        </p:txBody>
      </p:sp>
      <p:pic>
        <p:nvPicPr>
          <p:cNvPr id="11" name="Picture 10">
            <a:extLst>
              <a:ext uri="{FF2B5EF4-FFF2-40B4-BE49-F238E27FC236}">
                <a16:creationId xmlns:a16="http://schemas.microsoft.com/office/drawing/2014/main" id="{68D6F2CF-A02C-3D4A-812C-6249DAE8F9D6}"/>
              </a:ext>
            </a:extLst>
          </p:cNvPr>
          <p:cNvPicPr>
            <a:picLocks noChangeAspect="1"/>
          </p:cNvPicPr>
          <p:nvPr/>
        </p:nvPicPr>
        <p:blipFill>
          <a:blip r:embed="rId2"/>
          <a:stretch>
            <a:fillRect/>
          </a:stretch>
        </p:blipFill>
        <p:spPr>
          <a:xfrm>
            <a:off x="1306286" y="943741"/>
            <a:ext cx="4447683" cy="3422986"/>
          </a:xfrm>
          <a:prstGeom prst="rect">
            <a:avLst/>
          </a:prstGeom>
        </p:spPr>
      </p:pic>
      <p:pic>
        <p:nvPicPr>
          <p:cNvPr id="15" name="Picture 14">
            <a:extLst>
              <a:ext uri="{FF2B5EF4-FFF2-40B4-BE49-F238E27FC236}">
                <a16:creationId xmlns:a16="http://schemas.microsoft.com/office/drawing/2014/main" id="{2232819E-DBD7-2152-0E87-A4F7C591B1A6}"/>
              </a:ext>
            </a:extLst>
          </p:cNvPr>
          <p:cNvPicPr>
            <a:picLocks noChangeAspect="1"/>
          </p:cNvPicPr>
          <p:nvPr/>
        </p:nvPicPr>
        <p:blipFill>
          <a:blip r:embed="rId3"/>
          <a:stretch>
            <a:fillRect/>
          </a:stretch>
        </p:blipFill>
        <p:spPr>
          <a:xfrm>
            <a:off x="6599288" y="1084288"/>
            <a:ext cx="4616108" cy="3422986"/>
          </a:xfrm>
          <a:prstGeom prst="rect">
            <a:avLst/>
          </a:prstGeom>
        </p:spPr>
      </p:pic>
      <p:sp>
        <p:nvSpPr>
          <p:cNvPr id="16" name="TextBox 15">
            <a:extLst>
              <a:ext uri="{FF2B5EF4-FFF2-40B4-BE49-F238E27FC236}">
                <a16:creationId xmlns:a16="http://schemas.microsoft.com/office/drawing/2014/main" id="{00699510-3C5E-845C-BE89-87E806FE5F2D}"/>
              </a:ext>
            </a:extLst>
          </p:cNvPr>
          <p:cNvSpPr txBox="1"/>
          <p:nvPr/>
        </p:nvSpPr>
        <p:spPr>
          <a:xfrm>
            <a:off x="6949107" y="643623"/>
            <a:ext cx="2742867" cy="316690"/>
          </a:xfrm>
          <a:prstGeom prst="rect">
            <a:avLst/>
          </a:prstGeom>
          <a:noFill/>
        </p:spPr>
        <p:txBody>
          <a:bodyPr wrap="none" rtlCol="0">
            <a:spAutoFit/>
          </a:bodyPr>
          <a:lstStyle/>
          <a:p>
            <a:pPr defTabSz="370332">
              <a:spcAft>
                <a:spcPts val="600"/>
              </a:spcAft>
            </a:pPr>
            <a:r>
              <a:rPr lang="en-IN" sz="1458" b="1" kern="1200" dirty="0">
                <a:solidFill>
                  <a:schemeClr val="tx1"/>
                </a:solidFill>
                <a:latin typeface="+mn-lt"/>
                <a:ea typeface="+mn-ea"/>
                <a:cs typeface="+mn-cs"/>
              </a:rPr>
              <a:t>AFTER REMOVING THE OUTLIERS</a:t>
            </a:r>
            <a:endParaRPr lang="en-IN" b="1" dirty="0"/>
          </a:p>
        </p:txBody>
      </p:sp>
    </p:spTree>
    <p:extLst>
      <p:ext uri="{BB962C8B-B14F-4D97-AF65-F5344CB8AC3E}">
        <p14:creationId xmlns:p14="http://schemas.microsoft.com/office/powerpoint/2010/main" val="3769561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2B8762-61F0-4F1B-9364-D633EE9D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E97675C8-1328-460C-9EBF-6B446B67E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6" name="Straight Connector 15">
            <a:extLst>
              <a:ext uri="{FF2B5EF4-FFF2-40B4-BE49-F238E27FC236}">
                <a16:creationId xmlns:a16="http://schemas.microsoft.com/office/drawing/2014/main" id="{514EE78B-AF71-4195-A01B-F1165D923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2AD83CFE-1CA3-4832-A4B9-C48CD1347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C98641C-7F74-435D-996F-A4387A3C3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A4879B9-F9D7-FEB0-96BA-3FF4599F4BD1}"/>
              </a:ext>
            </a:extLst>
          </p:cNvPr>
          <p:cNvSpPr>
            <a:spLocks noGrp="1"/>
          </p:cNvSpPr>
          <p:nvPr>
            <p:ph type="title"/>
          </p:nvPr>
        </p:nvSpPr>
        <p:spPr>
          <a:xfrm>
            <a:off x="3720036" y="5313237"/>
            <a:ext cx="10058400" cy="822960"/>
          </a:xfrm>
        </p:spPr>
        <p:txBody>
          <a:bodyPr vert="horz" lIns="91440" tIns="45720" rIns="91440" bIns="45720" rtlCol="0" anchor="b">
            <a:normAutofit/>
          </a:bodyPr>
          <a:lstStyle/>
          <a:p>
            <a:r>
              <a:rPr lang="en-US" sz="3600" b="1" dirty="0">
                <a:solidFill>
                  <a:srgbClr val="FFFFFF"/>
                </a:solidFill>
              </a:rPr>
              <a:t>RANDOM FOREST</a:t>
            </a:r>
          </a:p>
        </p:txBody>
      </p:sp>
      <p:pic>
        <p:nvPicPr>
          <p:cNvPr id="5" name="Content Placeholder 4" descr="A diagram of a number&#10;&#10;Description automatically generated with medium confidence">
            <a:extLst>
              <a:ext uri="{FF2B5EF4-FFF2-40B4-BE49-F238E27FC236}">
                <a16:creationId xmlns:a16="http://schemas.microsoft.com/office/drawing/2014/main" id="{C0BB117E-A3DF-6E81-C80E-DB74622DB7D5}"/>
              </a:ext>
            </a:extLst>
          </p:cNvPr>
          <p:cNvPicPr>
            <a:picLocks noGrp="1" noChangeAspect="1"/>
          </p:cNvPicPr>
          <p:nvPr>
            <p:ph idx="1"/>
          </p:nvPr>
        </p:nvPicPr>
        <p:blipFill>
          <a:blip r:embed="rId2"/>
          <a:stretch>
            <a:fillRect/>
          </a:stretch>
        </p:blipFill>
        <p:spPr>
          <a:xfrm>
            <a:off x="6657818" y="713232"/>
            <a:ext cx="4724900" cy="3602736"/>
          </a:xfrm>
          <a:prstGeom prst="rect">
            <a:avLst/>
          </a:prstGeom>
        </p:spPr>
      </p:pic>
      <p:sp>
        <p:nvSpPr>
          <p:cNvPr id="22" name="Rectangle 21">
            <a:extLst>
              <a:ext uri="{FF2B5EF4-FFF2-40B4-BE49-F238E27FC236}">
                <a16:creationId xmlns:a16="http://schemas.microsoft.com/office/drawing/2014/main" id="{F530C0F6-C8DF-4539-B30C-8105DB61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number&#10;&#10;Description automatically generated with medium confidence">
            <a:extLst>
              <a:ext uri="{FF2B5EF4-FFF2-40B4-BE49-F238E27FC236}">
                <a16:creationId xmlns:a16="http://schemas.microsoft.com/office/drawing/2014/main" id="{3E3D2834-4592-AFC9-FB98-F47ACB7430CF}"/>
              </a:ext>
            </a:extLst>
          </p:cNvPr>
          <p:cNvPicPr>
            <a:picLocks noChangeAspect="1"/>
          </p:cNvPicPr>
          <p:nvPr/>
        </p:nvPicPr>
        <p:blipFill>
          <a:blip r:embed="rId3"/>
          <a:stretch>
            <a:fillRect/>
          </a:stretch>
        </p:blipFill>
        <p:spPr>
          <a:xfrm>
            <a:off x="891991" y="713232"/>
            <a:ext cx="4648690" cy="3602736"/>
          </a:xfrm>
          <a:prstGeom prst="rect">
            <a:avLst/>
          </a:prstGeom>
        </p:spPr>
      </p:pic>
      <p:sp>
        <p:nvSpPr>
          <p:cNvPr id="24" name="Rectangle 23">
            <a:extLst>
              <a:ext uri="{FF2B5EF4-FFF2-40B4-BE49-F238E27FC236}">
                <a16:creationId xmlns:a16="http://schemas.microsoft.com/office/drawing/2014/main" id="{BAE51241-AA8B-4B82-9C59-6738DB856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TextBox 7">
            <a:extLst>
              <a:ext uri="{FF2B5EF4-FFF2-40B4-BE49-F238E27FC236}">
                <a16:creationId xmlns:a16="http://schemas.microsoft.com/office/drawing/2014/main" id="{8964FBDE-6270-E17F-13AE-F4EEBF33DA5E}"/>
              </a:ext>
            </a:extLst>
          </p:cNvPr>
          <p:cNvSpPr txBox="1"/>
          <p:nvPr/>
        </p:nvSpPr>
        <p:spPr>
          <a:xfrm>
            <a:off x="1711570" y="331853"/>
            <a:ext cx="3836842" cy="316690"/>
          </a:xfrm>
          <a:prstGeom prst="rect">
            <a:avLst/>
          </a:prstGeom>
          <a:noFill/>
        </p:spPr>
        <p:txBody>
          <a:bodyPr wrap="square" rtlCol="0">
            <a:spAutoFit/>
          </a:bodyPr>
          <a:lstStyle/>
          <a:p>
            <a:pPr defTabSz="370332">
              <a:spcAft>
                <a:spcPts val="600"/>
              </a:spcAft>
            </a:pPr>
            <a:r>
              <a:rPr lang="en-IN" sz="1458" b="1" kern="1200" dirty="0">
                <a:solidFill>
                  <a:schemeClr val="tx1"/>
                </a:solidFill>
                <a:latin typeface="+mn-lt"/>
                <a:ea typeface="+mn-ea"/>
                <a:cs typeface="+mn-cs"/>
              </a:rPr>
              <a:t>BEFORE REMOVING OUTLIERS</a:t>
            </a:r>
            <a:endParaRPr lang="en-IN" b="1" dirty="0"/>
          </a:p>
        </p:txBody>
      </p:sp>
      <p:sp>
        <p:nvSpPr>
          <p:cNvPr id="9" name="TextBox 8">
            <a:extLst>
              <a:ext uri="{FF2B5EF4-FFF2-40B4-BE49-F238E27FC236}">
                <a16:creationId xmlns:a16="http://schemas.microsoft.com/office/drawing/2014/main" id="{82EFE0C2-AC33-3CDB-F810-E08A22CA05EC}"/>
              </a:ext>
            </a:extLst>
          </p:cNvPr>
          <p:cNvSpPr txBox="1"/>
          <p:nvPr/>
        </p:nvSpPr>
        <p:spPr>
          <a:xfrm>
            <a:off x="6998803" y="234075"/>
            <a:ext cx="2476512" cy="316690"/>
          </a:xfrm>
          <a:prstGeom prst="rect">
            <a:avLst/>
          </a:prstGeom>
          <a:noFill/>
        </p:spPr>
        <p:txBody>
          <a:bodyPr wrap="none" rtlCol="0">
            <a:spAutoFit/>
          </a:bodyPr>
          <a:lstStyle/>
          <a:p>
            <a:pPr defTabSz="370332">
              <a:spcAft>
                <a:spcPts val="600"/>
              </a:spcAft>
            </a:pPr>
            <a:r>
              <a:rPr lang="en-IN" sz="1458" b="1" dirty="0"/>
              <a:t>AFTER REMOVING O</a:t>
            </a:r>
            <a:r>
              <a:rPr lang="en-IN" sz="1458" b="1" kern="1200" dirty="0">
                <a:solidFill>
                  <a:schemeClr val="tx1"/>
                </a:solidFill>
                <a:latin typeface="+mn-lt"/>
                <a:ea typeface="+mn-ea"/>
                <a:cs typeface="+mn-cs"/>
              </a:rPr>
              <a:t>UTLIERS</a:t>
            </a:r>
            <a:endParaRPr lang="en-IN" b="1" dirty="0"/>
          </a:p>
        </p:txBody>
      </p:sp>
    </p:spTree>
    <p:extLst>
      <p:ext uri="{BB962C8B-B14F-4D97-AF65-F5344CB8AC3E}">
        <p14:creationId xmlns:p14="http://schemas.microsoft.com/office/powerpoint/2010/main" val="3306249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4" name="Content Placeholder 3">
            <a:extLst>
              <a:ext uri="{FF2B5EF4-FFF2-40B4-BE49-F238E27FC236}">
                <a16:creationId xmlns:a16="http://schemas.microsoft.com/office/drawing/2014/main" id="{19CA0BA5-7969-3861-9EC3-8400B2DF4CED}"/>
              </a:ext>
            </a:extLst>
          </p:cNvPr>
          <p:cNvPicPr>
            <a:picLocks noGrp="1" noChangeAspect="1"/>
          </p:cNvPicPr>
          <p:nvPr>
            <p:ph idx="1"/>
          </p:nvPr>
        </p:nvPicPr>
        <p:blipFill>
          <a:blip r:embed="rId2"/>
          <a:stretch>
            <a:fillRect/>
          </a:stretch>
        </p:blipFill>
        <p:spPr>
          <a:xfrm>
            <a:off x="722391" y="1047681"/>
            <a:ext cx="5032563" cy="3470275"/>
          </a:xfrm>
          <a:prstGeom prst="rect">
            <a:avLst/>
          </a:prstGeom>
        </p:spPr>
      </p:pic>
      <p:pic>
        <p:nvPicPr>
          <p:cNvPr id="7" name="Picture 6">
            <a:extLst>
              <a:ext uri="{FF2B5EF4-FFF2-40B4-BE49-F238E27FC236}">
                <a16:creationId xmlns:a16="http://schemas.microsoft.com/office/drawing/2014/main" id="{4AAF57F4-1775-9FCC-6E29-DFC2F92A3D75}"/>
              </a:ext>
            </a:extLst>
          </p:cNvPr>
          <p:cNvPicPr>
            <a:picLocks noChangeAspect="1"/>
          </p:cNvPicPr>
          <p:nvPr/>
        </p:nvPicPr>
        <p:blipFill>
          <a:blip r:embed="rId3"/>
          <a:stretch>
            <a:fillRect/>
          </a:stretch>
        </p:blipFill>
        <p:spPr>
          <a:xfrm>
            <a:off x="6095983" y="922857"/>
            <a:ext cx="5088836" cy="3700567"/>
          </a:xfrm>
          <a:prstGeom prst="rect">
            <a:avLst/>
          </a:prstGeom>
        </p:spPr>
      </p:pic>
      <p:sp>
        <p:nvSpPr>
          <p:cNvPr id="9" name="TextBox 8">
            <a:extLst>
              <a:ext uri="{FF2B5EF4-FFF2-40B4-BE49-F238E27FC236}">
                <a16:creationId xmlns:a16="http://schemas.microsoft.com/office/drawing/2014/main" id="{B874F058-1BCB-695C-E3D0-1FEA5801B8EF}"/>
              </a:ext>
            </a:extLst>
          </p:cNvPr>
          <p:cNvSpPr txBox="1"/>
          <p:nvPr/>
        </p:nvSpPr>
        <p:spPr>
          <a:xfrm>
            <a:off x="1320251" y="549234"/>
            <a:ext cx="3836842" cy="316690"/>
          </a:xfrm>
          <a:prstGeom prst="rect">
            <a:avLst/>
          </a:prstGeom>
          <a:noFill/>
        </p:spPr>
        <p:txBody>
          <a:bodyPr wrap="square" rtlCol="0">
            <a:spAutoFit/>
          </a:bodyPr>
          <a:lstStyle/>
          <a:p>
            <a:pPr defTabSz="370332">
              <a:spcAft>
                <a:spcPts val="600"/>
              </a:spcAft>
            </a:pPr>
            <a:r>
              <a:rPr lang="en-IN" sz="1458" b="1" kern="1200" dirty="0">
                <a:solidFill>
                  <a:schemeClr val="tx1"/>
                </a:solidFill>
                <a:latin typeface="+mn-lt"/>
                <a:ea typeface="+mn-ea"/>
                <a:cs typeface="+mn-cs"/>
              </a:rPr>
              <a:t>BEFORE REMOVING OUTLIERS</a:t>
            </a:r>
            <a:endParaRPr lang="en-IN" b="1" dirty="0"/>
          </a:p>
        </p:txBody>
      </p:sp>
      <p:sp>
        <p:nvSpPr>
          <p:cNvPr id="11" name="TextBox 10">
            <a:extLst>
              <a:ext uri="{FF2B5EF4-FFF2-40B4-BE49-F238E27FC236}">
                <a16:creationId xmlns:a16="http://schemas.microsoft.com/office/drawing/2014/main" id="{6E2C25AF-AB8A-F688-AAF1-7802005852FF}"/>
              </a:ext>
            </a:extLst>
          </p:cNvPr>
          <p:cNvSpPr txBox="1"/>
          <p:nvPr/>
        </p:nvSpPr>
        <p:spPr>
          <a:xfrm>
            <a:off x="6925172" y="582755"/>
            <a:ext cx="2742867" cy="316690"/>
          </a:xfrm>
          <a:prstGeom prst="rect">
            <a:avLst/>
          </a:prstGeom>
          <a:noFill/>
        </p:spPr>
        <p:txBody>
          <a:bodyPr wrap="none" rtlCol="0">
            <a:spAutoFit/>
          </a:bodyPr>
          <a:lstStyle/>
          <a:p>
            <a:pPr defTabSz="370332">
              <a:spcAft>
                <a:spcPts val="600"/>
              </a:spcAft>
            </a:pPr>
            <a:r>
              <a:rPr lang="en-IN" sz="1458" b="1" kern="1200" dirty="0">
                <a:solidFill>
                  <a:schemeClr val="tx1"/>
                </a:solidFill>
                <a:latin typeface="+mn-lt"/>
                <a:ea typeface="+mn-ea"/>
                <a:cs typeface="+mn-cs"/>
              </a:rPr>
              <a:t>AFTER REMOVING THE OUTLIERS</a:t>
            </a:r>
            <a:endParaRPr lang="en-IN" b="1" dirty="0"/>
          </a:p>
        </p:txBody>
      </p:sp>
      <p:sp>
        <p:nvSpPr>
          <p:cNvPr id="13" name="Title 12">
            <a:extLst>
              <a:ext uri="{FF2B5EF4-FFF2-40B4-BE49-F238E27FC236}">
                <a16:creationId xmlns:a16="http://schemas.microsoft.com/office/drawing/2014/main" id="{FF6B792C-4CAC-2162-8A90-E6649A5B3E5B}"/>
              </a:ext>
            </a:extLst>
          </p:cNvPr>
          <p:cNvSpPr txBox="1">
            <a:spLocks noGrp="1"/>
          </p:cNvSpPr>
          <p:nvPr>
            <p:ph type="title"/>
          </p:nvPr>
        </p:nvSpPr>
        <p:spPr>
          <a:xfrm>
            <a:off x="3810000" y="5682415"/>
            <a:ext cx="3527825" cy="672941"/>
          </a:xfrm>
          <a:prstGeom prst="rect">
            <a:avLst/>
          </a:prstGeom>
          <a:noFill/>
        </p:spPr>
        <p:txBody>
          <a:bodyPr wrap="none" rtlCol="0">
            <a:spAutoFit/>
          </a:bodyPr>
          <a:lstStyle/>
          <a:p>
            <a:r>
              <a:rPr lang="en-IN" sz="4400" b="1" dirty="0">
                <a:solidFill>
                  <a:schemeClr val="bg1"/>
                </a:solidFill>
              </a:rPr>
              <a:t>DECISION TREE</a:t>
            </a:r>
          </a:p>
        </p:txBody>
      </p:sp>
    </p:spTree>
    <p:extLst>
      <p:ext uri="{BB962C8B-B14F-4D97-AF65-F5344CB8AC3E}">
        <p14:creationId xmlns:p14="http://schemas.microsoft.com/office/powerpoint/2010/main" val="1806233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2B8762-61F0-4F1B-9364-D633EE9D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E97675C8-1328-460C-9EBF-6B446B67E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1" name="Straight Connector 20">
            <a:extLst>
              <a:ext uri="{FF2B5EF4-FFF2-40B4-BE49-F238E27FC236}">
                <a16:creationId xmlns:a16="http://schemas.microsoft.com/office/drawing/2014/main" id="{514EE78B-AF71-4195-A01B-F1165D923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2AD83CFE-1CA3-4832-A4B9-C48CD1347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98641C-7F74-435D-996F-A4387A3C3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Rectangle 26">
            <a:extLst>
              <a:ext uri="{FF2B5EF4-FFF2-40B4-BE49-F238E27FC236}">
                <a16:creationId xmlns:a16="http://schemas.microsoft.com/office/drawing/2014/main" id="{F530C0F6-C8DF-4539-B30C-8105DB61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AE51241-AA8B-4B82-9C59-6738DB856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itle 1">
            <a:extLst>
              <a:ext uri="{FF2B5EF4-FFF2-40B4-BE49-F238E27FC236}">
                <a16:creationId xmlns:a16="http://schemas.microsoft.com/office/drawing/2014/main" id="{B03C88B5-C220-8F8B-38F9-B4D5DD4B257E}"/>
              </a:ext>
            </a:extLst>
          </p:cNvPr>
          <p:cNvSpPr>
            <a:spLocks noGrp="1"/>
          </p:cNvSpPr>
          <p:nvPr>
            <p:ph type="title"/>
          </p:nvPr>
        </p:nvSpPr>
        <p:spPr>
          <a:xfrm>
            <a:off x="1634380" y="5402428"/>
            <a:ext cx="10058400" cy="822325"/>
          </a:xfrm>
        </p:spPr>
        <p:txBody>
          <a:bodyPr vert="horz" lIns="91440" tIns="45720" rIns="91440" bIns="45720" rtlCol="0" anchor="b">
            <a:normAutofit fontScale="90000"/>
          </a:bodyPr>
          <a:lstStyle/>
          <a:p>
            <a:r>
              <a:rPr lang="en-US" sz="6000" b="1" dirty="0">
                <a:solidFill>
                  <a:schemeClr val="bg1"/>
                </a:solidFill>
              </a:rPr>
              <a:t>RESULTS AND DISCUSSIONS</a:t>
            </a:r>
          </a:p>
        </p:txBody>
      </p:sp>
      <p:pic>
        <p:nvPicPr>
          <p:cNvPr id="14" name="Picture 13">
            <a:extLst>
              <a:ext uri="{FF2B5EF4-FFF2-40B4-BE49-F238E27FC236}">
                <a16:creationId xmlns:a16="http://schemas.microsoft.com/office/drawing/2014/main" id="{18E42C0A-5AEF-5C11-CA81-23AEE0F891B3}"/>
              </a:ext>
            </a:extLst>
          </p:cNvPr>
          <p:cNvPicPr>
            <a:picLocks noChangeAspect="1"/>
          </p:cNvPicPr>
          <p:nvPr/>
        </p:nvPicPr>
        <p:blipFill>
          <a:blip r:embed="rId2"/>
          <a:stretch>
            <a:fillRect/>
          </a:stretch>
        </p:blipFill>
        <p:spPr>
          <a:xfrm>
            <a:off x="6393394" y="239286"/>
            <a:ext cx="5299386" cy="4427604"/>
          </a:xfrm>
          <a:prstGeom prst="rect">
            <a:avLst/>
          </a:prstGeom>
        </p:spPr>
      </p:pic>
      <p:pic>
        <p:nvPicPr>
          <p:cNvPr id="16" name="Picture 15">
            <a:extLst>
              <a:ext uri="{FF2B5EF4-FFF2-40B4-BE49-F238E27FC236}">
                <a16:creationId xmlns:a16="http://schemas.microsoft.com/office/drawing/2014/main" id="{9B7C5C7B-7ED2-CB35-6E6C-F3038B2975F4}"/>
              </a:ext>
            </a:extLst>
          </p:cNvPr>
          <p:cNvPicPr>
            <a:picLocks noChangeAspect="1"/>
          </p:cNvPicPr>
          <p:nvPr/>
        </p:nvPicPr>
        <p:blipFill>
          <a:blip r:embed="rId3"/>
          <a:stretch>
            <a:fillRect/>
          </a:stretch>
        </p:blipFill>
        <p:spPr>
          <a:xfrm>
            <a:off x="654789" y="211763"/>
            <a:ext cx="4911527" cy="4381880"/>
          </a:xfrm>
          <a:prstGeom prst="rect">
            <a:avLst/>
          </a:prstGeom>
        </p:spPr>
      </p:pic>
    </p:spTree>
    <p:extLst>
      <p:ext uri="{BB962C8B-B14F-4D97-AF65-F5344CB8AC3E}">
        <p14:creationId xmlns:p14="http://schemas.microsoft.com/office/powerpoint/2010/main" val="407913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0768D58-F9D7-2CE1-6120-FA3FC7F73C8D}"/>
              </a:ext>
            </a:extLst>
          </p:cNvPr>
          <p:cNvSpPr>
            <a:spLocks noGrp="1"/>
          </p:cNvSpPr>
          <p:nvPr>
            <p:ph type="title"/>
          </p:nvPr>
        </p:nvSpPr>
        <p:spPr>
          <a:xfrm>
            <a:off x="1066800" y="5252936"/>
            <a:ext cx="10058400" cy="1028715"/>
          </a:xfrm>
        </p:spPr>
        <p:txBody>
          <a:bodyPr anchor="ctr">
            <a:normAutofit/>
          </a:bodyPr>
          <a:lstStyle/>
          <a:p>
            <a:pPr algn="ctr"/>
            <a:r>
              <a:rPr lang="en-IN" b="1" dirty="0">
                <a:solidFill>
                  <a:schemeClr val="bg1"/>
                </a:solidFill>
              </a:rPr>
              <a:t>RESULTS AND DISCUSSION (CLASSIFIERS)</a:t>
            </a:r>
          </a:p>
        </p:txBody>
      </p:sp>
      <p:sp>
        <p:nvSpPr>
          <p:cNvPr id="3" name="Content Placeholder 2">
            <a:extLst>
              <a:ext uri="{FF2B5EF4-FFF2-40B4-BE49-F238E27FC236}">
                <a16:creationId xmlns:a16="http://schemas.microsoft.com/office/drawing/2014/main" id="{71E1A109-C7E7-8BDB-D5B6-E0A2F97D643F}"/>
              </a:ext>
            </a:extLst>
          </p:cNvPr>
          <p:cNvSpPr>
            <a:spLocks noGrp="1"/>
          </p:cNvSpPr>
          <p:nvPr>
            <p:ph idx="1"/>
          </p:nvPr>
        </p:nvSpPr>
        <p:spPr>
          <a:xfrm>
            <a:off x="1097280" y="1086678"/>
            <a:ext cx="10027920" cy="3471467"/>
          </a:xfrm>
        </p:spPr>
        <p:txBody>
          <a:bodyPr>
            <a:normAutofit fontScale="85000" lnSpcReduction="10000"/>
          </a:bodyPr>
          <a:lstStyle/>
          <a:p>
            <a:r>
              <a:rPr lang="en-US" dirty="0"/>
              <a:t>1. Logistic Regression: -It shows a marginal decrease in accuracy and F1-score after outlier removal which Indicates a potential trade-off between precision(based only on true and false positives) and recall(which is based on both true positives and false negatives) has  to considered while building our model.</a:t>
            </a:r>
          </a:p>
          <a:p>
            <a:r>
              <a:rPr lang="en-US" dirty="0"/>
              <a:t>However logistic regression is a linear model for binary classification  it has showed good accuracy in both cases with (90.05%) or without outliers(89.93%), hence we can conclude logistic regression model is very useful in detecting breast cancer malignancy </a:t>
            </a:r>
          </a:p>
          <a:p>
            <a:r>
              <a:rPr lang="en-US" dirty="0"/>
              <a:t>2. Random Forest:   - Stability in performance metrics, suggesting resilience to outlier presence. Hence, we can say </a:t>
            </a:r>
            <a:r>
              <a:rPr lang="en-US" b="0" i="0" dirty="0">
                <a:solidFill>
                  <a:srgbClr val="374151"/>
                </a:solidFill>
                <a:effectLst/>
                <a:latin typeface="Söhne"/>
              </a:rPr>
              <a:t>it suggests that the model is robust and handles unusual situations without getting easily influenced by them.</a:t>
            </a:r>
            <a:endParaRPr lang="en-US" dirty="0"/>
          </a:p>
          <a:p>
            <a:r>
              <a:rPr lang="en-US" dirty="0"/>
              <a:t>3. Decision Tree:- Improvement in accuracy and F1-score after outlier removal.   - Highlights a positive impact on model performance.</a:t>
            </a:r>
            <a:r>
              <a:rPr lang="en-US" b="0" i="0" dirty="0">
                <a:solidFill>
                  <a:srgbClr val="374151"/>
                </a:solidFill>
                <a:effectLst/>
                <a:latin typeface="Söhne"/>
              </a:rPr>
              <a:t> Decision Tree perform more accurately, providing better predictions and a better balance between being cautious (precision) and catching all the important cases (recall).</a:t>
            </a:r>
          </a:p>
          <a:p>
            <a:r>
              <a:rPr lang="en-US" dirty="0"/>
              <a:t>Hence, we can say that all the 3 models have overall performed well </a:t>
            </a:r>
          </a:p>
          <a:p>
            <a:endParaRPr lang="en-IN" dirty="0"/>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097120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Title 1">
            <a:extLst>
              <a:ext uri="{FF2B5EF4-FFF2-40B4-BE49-F238E27FC236}">
                <a16:creationId xmlns:a16="http://schemas.microsoft.com/office/drawing/2014/main" id="{EC3363F1-51F1-3F11-30E7-9E3937AEE23E}"/>
              </a:ext>
            </a:extLst>
          </p:cNvPr>
          <p:cNvSpPr>
            <a:spLocks noGrp="1"/>
          </p:cNvSpPr>
          <p:nvPr>
            <p:ph type="title"/>
          </p:nvPr>
        </p:nvSpPr>
        <p:spPr>
          <a:xfrm>
            <a:off x="1066800" y="5253038"/>
            <a:ext cx="10058400" cy="1028700"/>
          </a:xfrm>
        </p:spPr>
        <p:txBody>
          <a:bodyPr>
            <a:normAutofit/>
          </a:bodyPr>
          <a:lstStyle/>
          <a:p>
            <a:r>
              <a:rPr lang="en-IN" b="1" dirty="0">
                <a:solidFill>
                  <a:schemeClr val="bg1"/>
                </a:solidFill>
              </a:rPr>
              <a:t>RESULTS AND DISCUSSION (PCA)</a:t>
            </a:r>
          </a:p>
        </p:txBody>
      </p:sp>
      <p:sp>
        <p:nvSpPr>
          <p:cNvPr id="11" name="TextBox 10">
            <a:extLst>
              <a:ext uri="{FF2B5EF4-FFF2-40B4-BE49-F238E27FC236}">
                <a16:creationId xmlns:a16="http://schemas.microsoft.com/office/drawing/2014/main" id="{69612F27-A3A9-B517-ABB9-E38CD32D10D8}"/>
              </a:ext>
            </a:extLst>
          </p:cNvPr>
          <p:cNvSpPr txBox="1"/>
          <p:nvPr/>
        </p:nvSpPr>
        <p:spPr>
          <a:xfrm>
            <a:off x="1533911" y="576262"/>
            <a:ext cx="2757737" cy="341632"/>
          </a:xfrm>
          <a:prstGeom prst="rect">
            <a:avLst/>
          </a:prstGeom>
          <a:noFill/>
        </p:spPr>
        <p:txBody>
          <a:bodyPr wrap="square" rtlCol="0">
            <a:spAutoFit/>
          </a:bodyPr>
          <a:lstStyle/>
          <a:p>
            <a:pPr defTabSz="411480">
              <a:spcAft>
                <a:spcPts val="600"/>
              </a:spcAft>
            </a:pPr>
            <a:r>
              <a:rPr lang="en-IN" sz="1620" b="1" kern="1200" dirty="0">
                <a:solidFill>
                  <a:schemeClr val="tx1"/>
                </a:solidFill>
                <a:latin typeface="+mn-lt"/>
                <a:ea typeface="+mn-ea"/>
                <a:cs typeface="+mn-cs"/>
              </a:rPr>
              <a:t>PCA WITH OUTLIERS</a:t>
            </a:r>
            <a:endParaRPr lang="en-IN" b="1" dirty="0"/>
          </a:p>
        </p:txBody>
      </p:sp>
      <p:sp>
        <p:nvSpPr>
          <p:cNvPr id="13" name="TextBox 12">
            <a:extLst>
              <a:ext uri="{FF2B5EF4-FFF2-40B4-BE49-F238E27FC236}">
                <a16:creationId xmlns:a16="http://schemas.microsoft.com/office/drawing/2014/main" id="{1798BEDC-663C-F5E6-D3EE-37890E2E475E}"/>
              </a:ext>
            </a:extLst>
          </p:cNvPr>
          <p:cNvSpPr txBox="1"/>
          <p:nvPr/>
        </p:nvSpPr>
        <p:spPr>
          <a:xfrm>
            <a:off x="7473430" y="602369"/>
            <a:ext cx="2367508" cy="341632"/>
          </a:xfrm>
          <a:prstGeom prst="rect">
            <a:avLst/>
          </a:prstGeom>
          <a:noFill/>
        </p:spPr>
        <p:txBody>
          <a:bodyPr wrap="none" rtlCol="0">
            <a:spAutoFit/>
          </a:bodyPr>
          <a:lstStyle/>
          <a:p>
            <a:pPr defTabSz="411480">
              <a:spcAft>
                <a:spcPts val="600"/>
              </a:spcAft>
            </a:pPr>
            <a:r>
              <a:rPr lang="en-IN" sz="1620" b="1" kern="1200" dirty="0">
                <a:solidFill>
                  <a:schemeClr val="tx1"/>
                </a:solidFill>
                <a:latin typeface="+mn-lt"/>
                <a:ea typeface="+mn-ea"/>
                <a:cs typeface="+mn-cs"/>
              </a:rPr>
              <a:t>PCA WITHOUT OUTLIERS </a:t>
            </a:r>
            <a:endParaRPr lang="en-IN" b="1" dirty="0"/>
          </a:p>
        </p:txBody>
      </p:sp>
      <p:pic>
        <p:nvPicPr>
          <p:cNvPr id="17" name="Picture 16">
            <a:extLst>
              <a:ext uri="{FF2B5EF4-FFF2-40B4-BE49-F238E27FC236}">
                <a16:creationId xmlns:a16="http://schemas.microsoft.com/office/drawing/2014/main" id="{EF51C976-9E02-6FD1-B3C6-894900110F24}"/>
              </a:ext>
            </a:extLst>
          </p:cNvPr>
          <p:cNvPicPr>
            <a:picLocks noChangeAspect="1"/>
          </p:cNvPicPr>
          <p:nvPr/>
        </p:nvPicPr>
        <p:blipFill>
          <a:blip r:embed="rId2"/>
          <a:stretch>
            <a:fillRect/>
          </a:stretch>
        </p:blipFill>
        <p:spPr>
          <a:xfrm>
            <a:off x="1204605" y="2518604"/>
            <a:ext cx="3688620" cy="2241706"/>
          </a:xfrm>
          <a:prstGeom prst="rect">
            <a:avLst/>
          </a:prstGeom>
        </p:spPr>
      </p:pic>
      <p:pic>
        <p:nvPicPr>
          <p:cNvPr id="19" name="Picture 18">
            <a:extLst>
              <a:ext uri="{FF2B5EF4-FFF2-40B4-BE49-F238E27FC236}">
                <a16:creationId xmlns:a16="http://schemas.microsoft.com/office/drawing/2014/main" id="{533E51F6-9FF7-C36B-BDCC-4299A2844A77}"/>
              </a:ext>
            </a:extLst>
          </p:cNvPr>
          <p:cNvPicPr>
            <a:picLocks noChangeAspect="1"/>
          </p:cNvPicPr>
          <p:nvPr/>
        </p:nvPicPr>
        <p:blipFill>
          <a:blip r:embed="rId3"/>
          <a:stretch>
            <a:fillRect/>
          </a:stretch>
        </p:blipFill>
        <p:spPr>
          <a:xfrm>
            <a:off x="7298777" y="2499703"/>
            <a:ext cx="3651770" cy="2429885"/>
          </a:xfrm>
          <a:prstGeom prst="rect">
            <a:avLst/>
          </a:prstGeom>
        </p:spPr>
      </p:pic>
      <p:pic>
        <p:nvPicPr>
          <p:cNvPr id="18" name="Picture 17">
            <a:extLst>
              <a:ext uri="{FF2B5EF4-FFF2-40B4-BE49-F238E27FC236}">
                <a16:creationId xmlns:a16="http://schemas.microsoft.com/office/drawing/2014/main" id="{F7C04B26-9FB6-9468-E648-2DBC08400A41}"/>
              </a:ext>
            </a:extLst>
          </p:cNvPr>
          <p:cNvPicPr>
            <a:picLocks noChangeAspect="1"/>
          </p:cNvPicPr>
          <p:nvPr/>
        </p:nvPicPr>
        <p:blipFill>
          <a:blip r:embed="rId4"/>
          <a:stretch>
            <a:fillRect/>
          </a:stretch>
        </p:blipFill>
        <p:spPr>
          <a:xfrm>
            <a:off x="1268817" y="1096417"/>
            <a:ext cx="3560196" cy="1169910"/>
          </a:xfrm>
          <a:prstGeom prst="rect">
            <a:avLst/>
          </a:prstGeom>
        </p:spPr>
      </p:pic>
      <p:pic>
        <p:nvPicPr>
          <p:cNvPr id="21" name="Picture 20">
            <a:extLst>
              <a:ext uri="{FF2B5EF4-FFF2-40B4-BE49-F238E27FC236}">
                <a16:creationId xmlns:a16="http://schemas.microsoft.com/office/drawing/2014/main" id="{9D19977A-D9F4-7A4E-E56E-6AC9B65AB080}"/>
              </a:ext>
            </a:extLst>
          </p:cNvPr>
          <p:cNvPicPr>
            <a:picLocks noChangeAspect="1"/>
          </p:cNvPicPr>
          <p:nvPr/>
        </p:nvPicPr>
        <p:blipFill>
          <a:blip r:embed="rId5"/>
          <a:stretch>
            <a:fillRect/>
          </a:stretch>
        </p:blipFill>
        <p:spPr>
          <a:xfrm>
            <a:off x="7362989" y="890436"/>
            <a:ext cx="3333953" cy="1467840"/>
          </a:xfrm>
          <a:prstGeom prst="rect">
            <a:avLst/>
          </a:prstGeom>
        </p:spPr>
      </p:pic>
    </p:spTree>
    <p:extLst>
      <p:ext uri="{BB962C8B-B14F-4D97-AF65-F5344CB8AC3E}">
        <p14:creationId xmlns:p14="http://schemas.microsoft.com/office/powerpoint/2010/main" val="816142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D48E4DC-70D2-5B10-F118-F12963FF5779}"/>
              </a:ext>
            </a:extLst>
          </p:cNvPr>
          <p:cNvSpPr>
            <a:spLocks noGrp="1"/>
          </p:cNvSpPr>
          <p:nvPr>
            <p:ph idx="1"/>
          </p:nvPr>
        </p:nvSpPr>
        <p:spPr>
          <a:xfrm>
            <a:off x="6265505" y="740150"/>
            <a:ext cx="5282895" cy="2718960"/>
          </a:xfrm>
        </p:spPr>
        <p:txBody>
          <a:bodyPr anchor="ctr">
            <a:noAutofit/>
          </a:bodyPr>
          <a:lstStyle/>
          <a:p>
            <a:r>
              <a:rPr lang="en-US" sz="2800" b="1" dirty="0">
                <a:solidFill>
                  <a:schemeClr val="tx1">
                    <a:lumMod val="85000"/>
                    <a:lumOff val="15000"/>
                  </a:schemeClr>
                </a:solidFill>
              </a:rPr>
              <a:t>PCA RESULTS</a:t>
            </a:r>
            <a:r>
              <a:rPr lang="en-US" sz="2800" dirty="0">
                <a:solidFill>
                  <a:schemeClr val="tx1">
                    <a:lumMod val="85000"/>
                    <a:lumOff val="15000"/>
                  </a:schemeClr>
                </a:solidFill>
              </a:rPr>
              <a:t>: - </a:t>
            </a:r>
          </a:p>
          <a:p>
            <a:r>
              <a:rPr lang="en-US" dirty="0">
                <a:solidFill>
                  <a:schemeClr val="tx1">
                    <a:lumMod val="85000"/>
                    <a:lumOff val="15000"/>
                  </a:schemeClr>
                </a:solidFill>
              </a:rPr>
              <a:t>1)Before outlier removal, PC1 explained variance was 45.71% which slightly decreased to 42.63%. After outlier removal.  </a:t>
            </a:r>
          </a:p>
          <a:p>
            <a:r>
              <a:rPr lang="en-US" dirty="0">
                <a:solidFill>
                  <a:schemeClr val="tx1">
                    <a:lumMod val="85000"/>
                    <a:lumOff val="15000"/>
                  </a:schemeClr>
                </a:solidFill>
              </a:rPr>
              <a:t>2) PC2 showed an increase in explained variance from 17.84% to 20.86% after outlier removal which indicates nuanced effects on the variability captured by principal components.</a:t>
            </a:r>
            <a:endParaRPr lang="en-IN" dirty="0">
              <a:solidFill>
                <a:schemeClr val="tx1">
                  <a:lumMod val="85000"/>
                  <a:lumOff val="15000"/>
                </a:schemeClr>
              </a:solidFill>
            </a:endParaRPr>
          </a:p>
        </p:txBody>
      </p:sp>
      <p:sp>
        <p:nvSpPr>
          <p:cNvPr id="4" name="TextBox 3">
            <a:extLst>
              <a:ext uri="{FF2B5EF4-FFF2-40B4-BE49-F238E27FC236}">
                <a16:creationId xmlns:a16="http://schemas.microsoft.com/office/drawing/2014/main" id="{AB38F138-E2D5-D5FF-E0CC-EE8945E8D4C4}"/>
              </a:ext>
            </a:extLst>
          </p:cNvPr>
          <p:cNvSpPr txBox="1"/>
          <p:nvPr/>
        </p:nvSpPr>
        <p:spPr>
          <a:xfrm>
            <a:off x="1788296" y="1889450"/>
            <a:ext cx="3632790" cy="1569660"/>
          </a:xfrm>
          <a:prstGeom prst="rect">
            <a:avLst/>
          </a:prstGeom>
          <a:noFill/>
        </p:spPr>
        <p:txBody>
          <a:bodyPr wrap="square" rtlCol="0">
            <a:spAutoFit/>
          </a:bodyPr>
          <a:lstStyle/>
          <a:p>
            <a:r>
              <a:rPr lang="en-IN" sz="4800" dirty="0">
                <a:solidFill>
                  <a:schemeClr val="bg1"/>
                </a:solidFill>
              </a:rPr>
              <a:t>RESULTS AND DISCUSSIONS</a:t>
            </a:r>
          </a:p>
        </p:txBody>
      </p:sp>
      <p:graphicFrame>
        <p:nvGraphicFramePr>
          <p:cNvPr id="7" name="Content Placeholder 2">
            <a:extLst>
              <a:ext uri="{FF2B5EF4-FFF2-40B4-BE49-F238E27FC236}">
                <a16:creationId xmlns:a16="http://schemas.microsoft.com/office/drawing/2014/main" id="{887EDB28-F570-B8F1-8715-F575AB083B16}"/>
              </a:ext>
            </a:extLst>
          </p:cNvPr>
          <p:cNvGraphicFramePr>
            <a:graphicFrameLocks/>
          </p:cNvGraphicFramePr>
          <p:nvPr>
            <p:extLst>
              <p:ext uri="{D42A27DB-BD31-4B8C-83A1-F6EECF244321}">
                <p14:modId xmlns:p14="http://schemas.microsoft.com/office/powerpoint/2010/main" val="3953461992"/>
              </p:ext>
            </p:extLst>
          </p:nvPr>
        </p:nvGraphicFramePr>
        <p:xfrm>
          <a:off x="6265505" y="3225845"/>
          <a:ext cx="5668348" cy="2876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5503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52940E9-E380-2185-4E72-541F0F8F29F7}"/>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a:t>                         </a:t>
            </a:r>
            <a:r>
              <a:rPr lang="en-US" b="1"/>
              <a:t>CONCLUSION</a:t>
            </a:r>
          </a:p>
        </p:txBody>
      </p:sp>
      <p:graphicFrame>
        <p:nvGraphicFramePr>
          <p:cNvPr id="4" name="TextBox 3">
            <a:extLst>
              <a:ext uri="{FF2B5EF4-FFF2-40B4-BE49-F238E27FC236}">
                <a16:creationId xmlns:a16="http://schemas.microsoft.com/office/drawing/2014/main" id="{FFA18FD1-CF7B-E157-4943-7C12C9ECC062}"/>
              </a:ext>
            </a:extLst>
          </p:cNvPr>
          <p:cNvGraphicFramePr>
            <a:graphicFrameLocks noGrp="1"/>
          </p:cNvGraphicFramePr>
          <p:nvPr>
            <p:ph idx="1"/>
            <p:extLst>
              <p:ext uri="{D42A27DB-BD31-4B8C-83A1-F6EECF244321}">
                <p14:modId xmlns:p14="http://schemas.microsoft.com/office/powerpoint/2010/main" val="1895267394"/>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0426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A2521EE-6149-2657-D451-7A72BC0DB58E}"/>
              </a:ext>
            </a:extLst>
          </p:cNvPr>
          <p:cNvSpPr>
            <a:spLocks noGrp="1"/>
          </p:cNvSpPr>
          <p:nvPr>
            <p:ph type="title"/>
          </p:nvPr>
        </p:nvSpPr>
        <p:spPr>
          <a:xfrm>
            <a:off x="492370" y="605896"/>
            <a:ext cx="3084844" cy="5646208"/>
          </a:xfrm>
        </p:spPr>
        <p:txBody>
          <a:bodyPr anchor="ctr">
            <a:normAutofit/>
          </a:bodyPr>
          <a:lstStyle/>
          <a:p>
            <a:r>
              <a:rPr lang="en-IN" sz="3600" b="1">
                <a:solidFill>
                  <a:srgbClr val="FFFFFF"/>
                </a:solidFill>
              </a:rPr>
              <a:t>CONCLUSION</a:t>
            </a:r>
          </a:p>
        </p:txBody>
      </p:sp>
      <p:sp>
        <p:nvSpPr>
          <p:cNvPr id="30" name="Rectangle 29">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C34832F7-DCEF-9F4E-8685-1274B6E2DA2E}"/>
              </a:ext>
            </a:extLst>
          </p:cNvPr>
          <p:cNvSpPr>
            <a:spLocks noGrp="1"/>
          </p:cNvSpPr>
          <p:nvPr>
            <p:ph idx="1"/>
          </p:nvPr>
        </p:nvSpPr>
        <p:spPr>
          <a:xfrm>
            <a:off x="4742016" y="605896"/>
            <a:ext cx="6413663" cy="5646208"/>
          </a:xfrm>
        </p:spPr>
        <p:txBody>
          <a:bodyPr anchor="ctr">
            <a:normAutofit fontScale="25000" lnSpcReduction="20000"/>
          </a:bodyPr>
          <a:lstStyle/>
          <a:p>
            <a:r>
              <a:rPr lang="en-IN" sz="5600" dirty="0"/>
              <a:t>Therefore, I can conclude that it is better to use </a:t>
            </a:r>
          </a:p>
          <a:p>
            <a:r>
              <a:rPr lang="en-IN" sz="5600" dirty="0"/>
              <a:t>1)</a:t>
            </a:r>
            <a:r>
              <a:rPr lang="en-US" sz="5600" dirty="0"/>
              <a:t> logistic regression is a linear model for binary classification  it has showed good accuracy in both cases with (90.05%) or without outliers(89.93%), hence we can conclude logistic regression model is very useful in detecting breast cancer malignancy </a:t>
            </a:r>
          </a:p>
          <a:p>
            <a:r>
              <a:rPr lang="en-US" sz="5600" dirty="0"/>
              <a:t>2)Tree-based classifiers used in the study are  decision tree and random forest</a:t>
            </a:r>
            <a:r>
              <a:rPr lang="en-US" sz="5600" b="0" i="0" dirty="0">
                <a:solidFill>
                  <a:srgbClr val="374151"/>
                </a:solidFill>
                <a:effectLst/>
                <a:latin typeface="Söhne"/>
              </a:rPr>
              <a:t> .Random forest was not affected by the removal of the outliers which suggests that the model is robust and handles unusual situations without getting easily influenced by them. On the other hand, decision tree </a:t>
            </a:r>
            <a:r>
              <a:rPr lang="en-US" sz="5600" dirty="0"/>
              <a:t> tend to exhibit improved performance when outliers are eliminated from the dataset.</a:t>
            </a:r>
          </a:p>
          <a:p>
            <a:r>
              <a:rPr lang="en-US" sz="5600" dirty="0"/>
              <a:t>3) With regard to PCA The decision to remove outliers depends on the specific goals of my analysis and the characteristics of the  dataset where early detection of malignancy is of utmost importance in patient life expectancy. </a:t>
            </a:r>
          </a:p>
          <a:p>
            <a:r>
              <a:rPr lang="en-US" sz="5600" dirty="0"/>
              <a:t>The removal of outliers helped in increasing the explained variance in PCA 2  helps in detection of nuanced patterns. The advantages of nuanced patterns are: </a:t>
            </a:r>
          </a:p>
          <a:p>
            <a:r>
              <a:rPr lang="en-US" sz="5600" dirty="0"/>
              <a:t>1. It has helped in  improving diagnostic accuracy and pivotal in early detection .There is an imperative need to identify minute tumor changes for timely treatment initiation.</a:t>
            </a:r>
          </a:p>
          <a:p>
            <a:r>
              <a:rPr lang="en-US" sz="5600" dirty="0"/>
              <a:t>2. This helps in Assisting doctors in understanding cancer types or subtypes which enables the implementation of suitable treatment approaches and also tailored to individual patients needs.</a:t>
            </a:r>
          </a:p>
          <a:p>
            <a:r>
              <a:rPr lang="en-US" sz="5600" dirty="0"/>
              <a:t>3. Nuanced patterns play a crucial role in anticipating various treatment modalities, contributing to the development of more personalized and efficient healthcare interventions.</a:t>
            </a:r>
          </a:p>
          <a:p>
            <a:r>
              <a:rPr lang="en-US" sz="5600" dirty="0"/>
              <a:t>4. Assisting doctors in pinpointing biomarkers enhances the understanding of cancer at the molecular level, guiding the application of targeted and precise therapeutic strategies.</a:t>
            </a:r>
          </a:p>
          <a:p>
            <a:r>
              <a:rPr lang="en-US" sz="5600" dirty="0"/>
              <a:t>5. These intricate patterns serve as valuable tools in continuous research, fostering the exploration of innovative tools and therapies that ultimately improve patient survival outcomes.</a:t>
            </a:r>
          </a:p>
          <a:p>
            <a:r>
              <a:rPr lang="en-US" sz="5600" dirty="0"/>
              <a:t>.</a:t>
            </a:r>
            <a:endParaRPr lang="en-IN" sz="5600" dirty="0"/>
          </a:p>
          <a:p>
            <a:endParaRPr lang="en-US" sz="5600" dirty="0"/>
          </a:p>
          <a:p>
            <a:endParaRPr lang="en-IN" dirty="0"/>
          </a:p>
        </p:txBody>
      </p:sp>
    </p:spTree>
    <p:extLst>
      <p:ext uri="{BB962C8B-B14F-4D97-AF65-F5344CB8AC3E}">
        <p14:creationId xmlns:p14="http://schemas.microsoft.com/office/powerpoint/2010/main" val="3027866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93DD3-48E2-5948-C949-9C1D2F28F127}"/>
              </a:ext>
            </a:extLst>
          </p:cNvPr>
          <p:cNvSpPr>
            <a:spLocks noGrp="1"/>
          </p:cNvSpPr>
          <p:nvPr>
            <p:ph type="title"/>
          </p:nvPr>
        </p:nvSpPr>
        <p:spPr>
          <a:xfrm>
            <a:off x="5181601" y="634946"/>
            <a:ext cx="6368142" cy="1450757"/>
          </a:xfrm>
        </p:spPr>
        <p:txBody>
          <a:bodyPr>
            <a:normAutofit/>
          </a:bodyPr>
          <a:lstStyle/>
          <a:p>
            <a:r>
              <a:rPr lang="en-IN" b="1"/>
              <a:t>REFERENCES</a:t>
            </a:r>
          </a:p>
        </p:txBody>
      </p:sp>
      <p:pic>
        <p:nvPicPr>
          <p:cNvPr id="21" name="Picture 20" descr="Glasses on top of a book">
            <a:extLst>
              <a:ext uri="{FF2B5EF4-FFF2-40B4-BE49-F238E27FC236}">
                <a16:creationId xmlns:a16="http://schemas.microsoft.com/office/drawing/2014/main" id="{9A5D047D-5D6D-7921-FC27-A0FF6F514809}"/>
              </a:ext>
            </a:extLst>
          </p:cNvPr>
          <p:cNvPicPr>
            <a:picLocks noChangeAspect="1"/>
          </p:cNvPicPr>
          <p:nvPr/>
        </p:nvPicPr>
        <p:blipFill rotWithShape="1">
          <a:blip r:embed="rId2"/>
          <a:srcRect l="15239" r="39879"/>
          <a:stretch/>
        </p:blipFill>
        <p:spPr>
          <a:xfrm>
            <a:off x="20" y="-12128"/>
            <a:ext cx="4654276" cy="6870127"/>
          </a:xfrm>
          <a:prstGeom prst="rect">
            <a:avLst/>
          </a:prstGeom>
        </p:spPr>
      </p:pic>
      <p:cxnSp>
        <p:nvCxnSpPr>
          <p:cNvPr id="39" name="Straight Connector 38">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DC96A3-6656-716B-2AD8-81C25E8CF3D2}"/>
              </a:ext>
            </a:extLst>
          </p:cNvPr>
          <p:cNvSpPr>
            <a:spLocks noGrp="1"/>
          </p:cNvSpPr>
          <p:nvPr>
            <p:ph idx="1"/>
          </p:nvPr>
        </p:nvSpPr>
        <p:spPr>
          <a:xfrm>
            <a:off x="5181601" y="2198914"/>
            <a:ext cx="6368142" cy="3670180"/>
          </a:xfrm>
        </p:spPr>
        <p:txBody>
          <a:bodyPr>
            <a:normAutofit/>
          </a:bodyPr>
          <a:lstStyle/>
          <a:p>
            <a:r>
              <a:rPr lang="en-IN">
                <a:hlinkClick r:id="rId3"/>
              </a:rPr>
              <a:t>https://cancer.ca/en/cancer-information/cancer-types/breast/statistics</a:t>
            </a:r>
            <a:endParaRPr lang="en-IN"/>
          </a:p>
          <a:p>
            <a:r>
              <a:rPr lang="en-IN">
                <a:hlinkClick r:id="rId4"/>
              </a:rPr>
              <a:t>https://www.sciencedirect.com/science/article/pii/S1877050921014629</a:t>
            </a:r>
            <a:endParaRPr lang="en-IN"/>
          </a:p>
          <a:p>
            <a:r>
              <a:rPr lang="en-IN">
                <a:hlinkClick r:id="rId5"/>
              </a:rPr>
              <a:t>https://www.ncbi.nlm.nih.gov/pmc/articles/PMC9175124/</a:t>
            </a:r>
            <a:endParaRPr lang="en-IN"/>
          </a:p>
          <a:p>
            <a:r>
              <a:rPr lang="en-IN">
                <a:hlinkClick r:id="rId6"/>
              </a:rPr>
              <a:t>https://eminebozkus.medium.com/maximizing-performance-in-breast-cancer-prediction-through-machine-learning-hyperparameter-tuning-7118e9583efb#:~:text=Another%20technique%20for%20maximizing%20performance,and%20may%20lead%20to%20overfitting</a:t>
            </a:r>
            <a:r>
              <a:rPr lang="en-IN"/>
              <a:t>.</a:t>
            </a:r>
          </a:p>
          <a:p>
            <a:endParaRPr lang="en-IN"/>
          </a:p>
          <a:p>
            <a:endParaRPr lang="en-IN"/>
          </a:p>
          <a:p>
            <a:endParaRPr lang="en-IN"/>
          </a:p>
          <a:p>
            <a:endParaRPr lang="en-IN"/>
          </a:p>
          <a:p>
            <a:endParaRPr lang="en-IN"/>
          </a:p>
          <a:p>
            <a:endParaRPr lang="en-IN"/>
          </a:p>
        </p:txBody>
      </p:sp>
    </p:spTree>
    <p:extLst>
      <p:ext uri="{BB962C8B-B14F-4D97-AF65-F5344CB8AC3E}">
        <p14:creationId xmlns:p14="http://schemas.microsoft.com/office/powerpoint/2010/main" val="1226969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A2D02AA-EA6B-E92A-8D27-559E2598A86B}"/>
              </a:ext>
            </a:extLst>
          </p:cNvPr>
          <p:cNvPicPr>
            <a:picLocks noChangeAspect="1"/>
          </p:cNvPicPr>
          <p:nvPr/>
        </p:nvPicPr>
        <p:blipFill>
          <a:blip r:embed="rId2"/>
          <a:stretch>
            <a:fillRect/>
          </a:stretch>
        </p:blipFill>
        <p:spPr>
          <a:xfrm>
            <a:off x="943356" y="1242043"/>
            <a:ext cx="10337292" cy="4367507"/>
          </a:xfrm>
          <a:prstGeom prst="rect">
            <a:avLst/>
          </a:prstGeom>
        </p:spPr>
      </p:pic>
    </p:spTree>
    <p:extLst>
      <p:ext uri="{BB962C8B-B14F-4D97-AF65-F5344CB8AC3E}">
        <p14:creationId xmlns:p14="http://schemas.microsoft.com/office/powerpoint/2010/main" val="406537499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2055</TotalTime>
  <Words>1504</Words>
  <Application>Microsoft Office PowerPoint</Application>
  <PresentationFormat>Widescreen</PresentationFormat>
  <Paragraphs>128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Söhne</vt:lpstr>
      <vt:lpstr>Retrospect</vt:lpstr>
      <vt:lpstr>PREDICTING THE MALIGNANCY OF BREAST CANCER USING PCA AND MACHINE LEARNING MODELS  </vt:lpstr>
      <vt:lpstr> INTRODUCTION AND MOTIVATION   </vt:lpstr>
      <vt:lpstr>DATASET DESCRIPTION</vt:lpstr>
      <vt:lpstr>OBJECTIVES</vt:lpstr>
      <vt:lpstr>METHODOLOGY</vt:lpstr>
      <vt:lpstr>WHY ARE WE USING PCA MODEL ?</vt:lpstr>
      <vt:lpstr>CODE</vt:lpstr>
      <vt:lpstr>PowerPoint Presentation</vt:lpstr>
      <vt:lpstr>CODE</vt:lpstr>
      <vt:lpstr>PowerPoint Presentation</vt:lpstr>
      <vt:lpstr>CODE</vt:lpstr>
      <vt:lpstr>CODE</vt:lpstr>
      <vt:lpstr>CODE</vt:lpstr>
      <vt:lpstr>CODE</vt:lpstr>
      <vt:lpstr>CODE</vt:lpstr>
      <vt:lpstr>CODE</vt:lpstr>
      <vt:lpstr>CODE</vt:lpstr>
      <vt:lpstr> CODE</vt:lpstr>
      <vt:lpstr>CODE</vt:lpstr>
      <vt:lpstr>CODE</vt:lpstr>
      <vt:lpstr>CODE</vt:lpstr>
      <vt:lpstr>CODE</vt:lpstr>
      <vt:lpstr>CODE</vt:lpstr>
      <vt:lpstr>CODE</vt:lpstr>
      <vt:lpstr>CODE</vt:lpstr>
      <vt:lpstr>CODE</vt:lpstr>
      <vt:lpstr>CODE</vt:lpstr>
      <vt:lpstr>CODE</vt:lpstr>
      <vt:lpstr>LOGISTIC REGRESSION </vt:lpstr>
      <vt:lpstr>RANDOM FOREST</vt:lpstr>
      <vt:lpstr>DECISION TREE</vt:lpstr>
      <vt:lpstr>RESULTS AND DISCUSSIONS</vt:lpstr>
      <vt:lpstr>RESULTS AND DISCUSSION (CLASSIFIERS)</vt:lpstr>
      <vt:lpstr>RESULTS AND DISCUSSION (PCA)</vt:lpstr>
      <vt:lpstr>PowerPoint Presentation</vt:lpstr>
      <vt:lpstr>                         CONCLUSION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LAVANYA SINGH</dc:creator>
  <cp:lastModifiedBy>LAVANYA SINGH</cp:lastModifiedBy>
  <cp:revision>1</cp:revision>
  <dcterms:created xsi:type="dcterms:W3CDTF">2023-10-22T20:51:41Z</dcterms:created>
  <dcterms:modified xsi:type="dcterms:W3CDTF">2023-12-13T18:33:13Z</dcterms:modified>
</cp:coreProperties>
</file>